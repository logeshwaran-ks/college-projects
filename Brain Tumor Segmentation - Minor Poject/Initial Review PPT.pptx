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2.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notesMasters/notesMaster1.xml" ContentType="application/vnd.openxmlformats-officedocument.presentationml.notesMaster+xml"/>
  <Override PartName="/ppt/slideLayouts/slideLayout1.xml" ContentType="application/vnd.openxmlformats-officedocument.presentationml.slideLayout+xml"/>
  <Override PartName="/docProps/app.xml" ContentType="application/vnd.openxmlformats-officedocument.extended-properties+xml"/>
  <Override PartName="/ppt/tableStyles.xml" ContentType="application/vnd.openxmlformats-officedocument.presentationml.tableStyles+xml"/>
  <Override PartName="/docProps/custom.xml" ContentType="application/vnd.openxmlformats-officedocument.custom-properties+xml"/>
  <Override PartName="/ppt/slides/slide7.xml" ContentType="application/vnd.openxmlformats-officedocument.presentationml.slide+xml"/>
  <Override PartName="/ppt/viewProps.xml" ContentType="application/vnd.openxmlformats-officedocument.presentationml.viewProps+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9"/>
  </p:notesMasterIdLst>
  <p:sldIdLst>
    <p:sldId id="256" r:id="rId2"/>
    <p:sldId id="257" r:id="rId3"/>
    <p:sldId id="258" r:id="rId4"/>
    <p:sldId id="259" r:id="rId5"/>
    <p:sldId id="260" r:id="rId6"/>
    <p:sldId id="261" r:id="rId7"/>
    <p:sldId id="262" r:id="rId8"/>
  </p:sldIdLst>
  <p:sldSz cx="9144000" cy="6858000" type="screen4x3"/>
  <p:notesSz cx="9144000" cy="6858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xmlns="">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xmlns="">
          <a:srgbClr val="FF0000"/>
        </p14:laserClr>
      </p:ext>
      <p:ext uri="{2FDB2607-1784-4EEB-B798-7EB5836EED8A}">
        <p14:showMediaCtrls xmlns:p14="http://schemas.microsoft.com/office/powerpoint/2010/main" xmlns="" val="1"/>
      </p:ext>
    </p:extLst>
  </p:showPr>
  <p:extLst>
    <p:ext uri="{E76CE94A-603C-4142-B9EB-6D1370010A27}">
      <p14:discardImageEditData xmlns:p14="http://schemas.microsoft.com/office/powerpoint/2010/main" xmlns="" val="0"/>
    </p:ext>
    <p:ext uri="{D31A062A-798A-4329-ABDD-BBA856620510}">
      <p14:defaultImageDpi xmlns:p14="http://schemas.microsoft.com/office/powerpoint/2010/main" xmlns="" val="220"/>
    </p:ext>
    <p:ext uri="{FD5EFAAD-0ECE-453E-9831-46B23BE46B34}">
      <p15:chartTrackingRefBased xmlns:p15="http://schemas.microsoft.com/office/powerpoint/2012/main" xmlns=""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snapVertSplitter="1" vertBarState="minimized" horzBarState="maximized">
    <p:restoredLeft sz="15620"/>
    <p:restoredTop sz="94660"/>
  </p:normalViewPr>
  <p:slideViewPr>
    <p:cSldViewPr>
      <p:cViewPr>
        <p:scale>
          <a:sx n="75" d="100"/>
          <a:sy n="75" d="100"/>
        </p:scale>
        <p:origin x="-1872" y="-168"/>
      </p:cViewPr>
      <p:guideLst>
        <p:guide orient="horz" pos="2880"/>
        <p:guide pos="2160"/>
      </p:guideLst>
    </p:cSldViewPr>
  </p:slideViewPr>
  <p:notesTextViewPr>
    <p:cViewPr>
      <p:scale>
        <a:sx n="100" d="100"/>
        <a:sy n="100" d="100"/>
      </p:scale>
      <p:origin x="0" y="0"/>
    </p:cViewPr>
  </p:notesText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44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5180013" y="0"/>
            <a:ext cx="3962400" cy="344488"/>
          </a:xfrm>
          <a:prstGeom prst="rect">
            <a:avLst/>
          </a:prstGeom>
        </p:spPr>
        <p:txBody>
          <a:bodyPr vert="horz" lIns="91440" tIns="45720" rIns="91440" bIns="45720" rtlCol="0"/>
          <a:lstStyle>
            <a:lvl1pPr algn="r">
              <a:defRPr sz="1200"/>
            </a:lvl1pPr>
          </a:lstStyle>
          <a:p>
            <a:fld id="{369CD5BF-BD1A-4895-9EA5-D0E4A8B502BE}" type="datetimeFigureOut">
              <a:rPr lang="en-IN" smtClean="0"/>
              <a:pPr/>
              <a:t>06-05-2023</a:t>
            </a:fld>
            <a:endParaRPr lang="en-IN"/>
          </a:p>
        </p:txBody>
      </p:sp>
      <p:sp>
        <p:nvSpPr>
          <p:cNvPr id="4" name="Slide Image Placeholder 3"/>
          <p:cNvSpPr>
            <a:spLocks noGrp="1" noRot="1" noChangeAspect="1"/>
          </p:cNvSpPr>
          <p:nvPr>
            <p:ph type="sldImg" idx="2"/>
          </p:nvPr>
        </p:nvSpPr>
        <p:spPr>
          <a:xfrm>
            <a:off x="3028950" y="857250"/>
            <a:ext cx="3086100" cy="2314575"/>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914400" y="3300413"/>
            <a:ext cx="7315200" cy="2700337"/>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6513513"/>
            <a:ext cx="3962400" cy="3444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5180013" y="6513513"/>
            <a:ext cx="3962400" cy="344487"/>
          </a:xfrm>
          <a:prstGeom prst="rect">
            <a:avLst/>
          </a:prstGeom>
        </p:spPr>
        <p:txBody>
          <a:bodyPr vert="horz" lIns="91440" tIns="45720" rIns="91440" bIns="45720" rtlCol="0" anchor="b"/>
          <a:lstStyle>
            <a:lvl1pPr algn="r">
              <a:defRPr sz="1200"/>
            </a:lvl1pPr>
          </a:lstStyle>
          <a:p>
            <a:fld id="{AF1C3718-E7DB-4DD2-AC3B-84DCC14D5E9B}" type="slidenum">
              <a:rPr lang="en-IN" smtClean="0"/>
              <a:pPr/>
              <a:t>‹#›</a:t>
            </a:fld>
            <a:endParaRPr lang="en-IN"/>
          </a:p>
        </p:txBody>
      </p:sp>
    </p:spTree>
    <p:extLst>
      <p:ext uri="{BB962C8B-B14F-4D97-AF65-F5344CB8AC3E}">
        <p14:creationId xmlns:p14="http://schemas.microsoft.com/office/powerpoint/2010/main" xmlns="" val="186898854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535600" y="616332"/>
            <a:ext cx="8072799" cy="391159"/>
          </a:xfrm>
          <a:prstGeom prst="rect">
            <a:avLst/>
          </a:prstGeom>
        </p:spPr>
        <p:txBody>
          <a:bodyPr wrap="square" lIns="0" tIns="0" rIns="0" bIns="0">
            <a:spAutoFit/>
          </a:bodyPr>
          <a:lstStyle>
            <a:lvl1pPr>
              <a:defRPr b="0" i="0">
                <a:solidFill>
                  <a:schemeClr val="tx1"/>
                </a:solidFill>
              </a:defRPr>
            </a:lvl1pPr>
          </a:lstStyle>
          <a:p>
            <a:endParaRPr/>
          </a:p>
        </p:txBody>
      </p:sp>
      <p:sp>
        <p:nvSpPr>
          <p:cNvPr id="3" name="Holder 3"/>
          <p:cNvSpPr>
            <a:spLocks noGrp="1"/>
          </p:cNvSpPr>
          <p:nvPr>
            <p:ph type="subTitle" idx="4"/>
          </p:nvPr>
        </p:nvSpPr>
        <p:spPr>
          <a:xfrm>
            <a:off x="1371600" y="3840480"/>
            <a:ext cx="6400800" cy="1714500"/>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p:txBody>
          <a:bodyPr lIns="0" tIns="0" rIns="0" bIns="0"/>
          <a:lstStyle>
            <a:lvl1pPr>
              <a:defRPr sz="1200" b="0" i="0">
                <a:solidFill>
                  <a:srgbClr val="878787"/>
                </a:solidFill>
                <a:latin typeface="Calibri"/>
                <a:cs typeface="Calibri"/>
              </a:defRPr>
            </a:lvl1pPr>
          </a:lstStyle>
          <a:p>
            <a:pPr marL="12700">
              <a:lnSpc>
                <a:spcPts val="1240"/>
              </a:lnSpc>
            </a:pPr>
            <a:r>
              <a:rPr spc="-5" dirty="0"/>
              <a:t>BATCH</a:t>
            </a:r>
            <a:r>
              <a:rPr spc="-70" dirty="0"/>
              <a:t> </a:t>
            </a:r>
            <a:r>
              <a:rPr spc="-5" dirty="0"/>
              <a:t>NO:</a:t>
            </a:r>
          </a:p>
        </p:txBody>
      </p:sp>
      <p:sp>
        <p:nvSpPr>
          <p:cNvPr id="5" name="Holder 5"/>
          <p:cNvSpPr>
            <a:spLocks noGrp="1"/>
          </p:cNvSpPr>
          <p:nvPr>
            <p:ph type="dt" sz="half" idx="6"/>
          </p:nvPr>
        </p:nvSpPr>
        <p:spPr/>
        <p:txBody>
          <a:bodyPr lIns="0" tIns="0" rIns="0" bIns="0"/>
          <a:lstStyle>
            <a:lvl1pPr>
              <a:defRPr sz="1200" b="0" i="0">
                <a:solidFill>
                  <a:srgbClr val="878787"/>
                </a:solidFill>
                <a:latin typeface="Calibri"/>
                <a:cs typeface="Calibri"/>
              </a:defRPr>
            </a:lvl1pPr>
          </a:lstStyle>
          <a:p>
            <a:pPr marL="12700">
              <a:lnSpc>
                <a:spcPts val="1240"/>
              </a:lnSpc>
            </a:pPr>
            <a:fld id="{1CE5A03C-47A8-4608-B739-DCD2BAFFBFB9}" type="datetime1">
              <a:rPr lang="en-US" spc="-5" smtClean="0"/>
              <a:pPr marL="12700">
                <a:lnSpc>
                  <a:spcPts val="1240"/>
                </a:lnSpc>
              </a:pPr>
              <a:t>06-May-23</a:t>
            </a:fld>
            <a:endParaRPr spc="-5" dirty="0"/>
          </a:p>
        </p:txBody>
      </p:sp>
      <p:sp>
        <p:nvSpPr>
          <p:cNvPr id="6" name="Holder 6"/>
          <p:cNvSpPr>
            <a:spLocks noGrp="1"/>
          </p:cNvSpPr>
          <p:nvPr>
            <p:ph type="sldNum" sz="quarter" idx="7"/>
          </p:nvPr>
        </p:nvSpPr>
        <p:spPr/>
        <p:txBody>
          <a:bodyPr lIns="0" tIns="0" rIns="0" bIns="0"/>
          <a:lstStyle>
            <a:lvl1pPr>
              <a:defRPr sz="1200" b="0" i="0">
                <a:solidFill>
                  <a:srgbClr val="878787"/>
                </a:solidFill>
                <a:latin typeface="Calibri"/>
                <a:cs typeface="Calibri"/>
              </a:defRPr>
            </a:lvl1pPr>
          </a:lstStyle>
          <a:p>
            <a:pPr marL="25400">
              <a:lnSpc>
                <a:spcPts val="1240"/>
              </a:lnSpc>
            </a:pPr>
            <a:fld id="{81D60167-4931-47E6-BA6A-407CBD079E47}" type="slidenum">
              <a:rPr dirty="0"/>
              <a:pPr marL="25400">
                <a:lnSpc>
                  <a:spcPts val="1240"/>
                </a:lnSpc>
              </a:pPr>
              <a:t>‹#›</a:t>
            </a:fld>
            <a:endParaRPr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6600" b="1" i="0">
                <a:solidFill>
                  <a:schemeClr val="tx1"/>
                </a:solidFill>
                <a:latin typeface="Times New Roman"/>
                <a:cs typeface="Times New Roman"/>
              </a:defRPr>
            </a:lvl1pPr>
          </a:lstStyle>
          <a:p>
            <a:endParaRPr/>
          </a:p>
        </p:txBody>
      </p:sp>
      <p:sp>
        <p:nvSpPr>
          <p:cNvPr id="3" name="Holder 3"/>
          <p:cNvSpPr>
            <a:spLocks noGrp="1"/>
          </p:cNvSpPr>
          <p:nvPr>
            <p:ph type="body" idx="1"/>
          </p:nvPr>
        </p:nvSpPr>
        <p:spPr/>
        <p:txBody>
          <a:bodyPr lIns="0" tIns="0" rIns="0" bIns="0"/>
          <a:lstStyle>
            <a:lvl1pPr>
              <a:defRPr b="0" i="0">
                <a:solidFill>
                  <a:schemeClr val="tx1"/>
                </a:solidFill>
              </a:defRPr>
            </a:lvl1pPr>
          </a:lstStyle>
          <a:p>
            <a:endParaRPr/>
          </a:p>
        </p:txBody>
      </p:sp>
      <p:sp>
        <p:nvSpPr>
          <p:cNvPr id="4" name="Holder 4"/>
          <p:cNvSpPr>
            <a:spLocks noGrp="1"/>
          </p:cNvSpPr>
          <p:nvPr>
            <p:ph type="ftr" sz="quarter" idx="5"/>
          </p:nvPr>
        </p:nvSpPr>
        <p:spPr/>
        <p:txBody>
          <a:bodyPr lIns="0" tIns="0" rIns="0" bIns="0"/>
          <a:lstStyle>
            <a:lvl1pPr>
              <a:defRPr sz="1200" b="0" i="0">
                <a:solidFill>
                  <a:srgbClr val="878787"/>
                </a:solidFill>
                <a:latin typeface="Calibri"/>
                <a:cs typeface="Calibri"/>
              </a:defRPr>
            </a:lvl1pPr>
          </a:lstStyle>
          <a:p>
            <a:pPr marL="12700">
              <a:lnSpc>
                <a:spcPts val="1240"/>
              </a:lnSpc>
            </a:pPr>
            <a:r>
              <a:rPr spc="-5" dirty="0"/>
              <a:t>BATCH</a:t>
            </a:r>
            <a:r>
              <a:rPr spc="-70" dirty="0"/>
              <a:t> </a:t>
            </a:r>
            <a:r>
              <a:rPr spc="-5" dirty="0"/>
              <a:t>NO:</a:t>
            </a:r>
          </a:p>
        </p:txBody>
      </p:sp>
      <p:sp>
        <p:nvSpPr>
          <p:cNvPr id="5" name="Holder 5"/>
          <p:cNvSpPr>
            <a:spLocks noGrp="1"/>
          </p:cNvSpPr>
          <p:nvPr>
            <p:ph type="dt" sz="half" idx="6"/>
          </p:nvPr>
        </p:nvSpPr>
        <p:spPr/>
        <p:txBody>
          <a:bodyPr lIns="0" tIns="0" rIns="0" bIns="0"/>
          <a:lstStyle>
            <a:lvl1pPr>
              <a:defRPr sz="1200" b="0" i="0">
                <a:solidFill>
                  <a:srgbClr val="878787"/>
                </a:solidFill>
                <a:latin typeface="Calibri"/>
                <a:cs typeface="Calibri"/>
              </a:defRPr>
            </a:lvl1pPr>
          </a:lstStyle>
          <a:p>
            <a:pPr marL="12700">
              <a:lnSpc>
                <a:spcPts val="1240"/>
              </a:lnSpc>
            </a:pPr>
            <a:fld id="{B586D8C9-6937-4ABF-AB6D-4D436A16A364}" type="datetime1">
              <a:rPr lang="en-US" spc="-5" smtClean="0"/>
              <a:pPr marL="12700">
                <a:lnSpc>
                  <a:spcPts val="1240"/>
                </a:lnSpc>
              </a:pPr>
              <a:t>06-May-23</a:t>
            </a:fld>
            <a:endParaRPr spc="-5" dirty="0"/>
          </a:p>
        </p:txBody>
      </p:sp>
      <p:sp>
        <p:nvSpPr>
          <p:cNvPr id="6" name="Holder 6"/>
          <p:cNvSpPr>
            <a:spLocks noGrp="1"/>
          </p:cNvSpPr>
          <p:nvPr>
            <p:ph type="sldNum" sz="quarter" idx="7"/>
          </p:nvPr>
        </p:nvSpPr>
        <p:spPr/>
        <p:txBody>
          <a:bodyPr lIns="0" tIns="0" rIns="0" bIns="0"/>
          <a:lstStyle>
            <a:lvl1pPr>
              <a:defRPr sz="1200" b="0" i="0">
                <a:solidFill>
                  <a:srgbClr val="878787"/>
                </a:solidFill>
                <a:latin typeface="Calibri"/>
                <a:cs typeface="Calibri"/>
              </a:defRPr>
            </a:lvl1pPr>
          </a:lstStyle>
          <a:p>
            <a:pPr marL="25400">
              <a:lnSpc>
                <a:spcPts val="1240"/>
              </a:lnSpc>
            </a:pPr>
            <a:fld id="{81D60167-4931-47E6-BA6A-407CBD079E47}" type="slidenum">
              <a:rPr dirty="0"/>
              <a:pPr marL="25400">
                <a:lnSpc>
                  <a:spcPts val="1240"/>
                </a:lnSpc>
              </a:pPr>
              <a:t>‹#›</a:t>
            </a:fld>
            <a:endParaRPr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6600" b="1" i="0">
                <a:solidFill>
                  <a:schemeClr val="tx1"/>
                </a:solidFill>
                <a:latin typeface="Times New Roman"/>
                <a:cs typeface="Times New Roman"/>
              </a:defRPr>
            </a:lvl1pPr>
          </a:lstStyle>
          <a:p>
            <a:endParaRPr/>
          </a:p>
        </p:txBody>
      </p:sp>
      <p:sp>
        <p:nvSpPr>
          <p:cNvPr id="3" name="Holder 3"/>
          <p:cNvSpPr>
            <a:spLocks noGrp="1"/>
          </p:cNvSpPr>
          <p:nvPr>
            <p:ph sz="half" idx="2"/>
          </p:nvPr>
        </p:nvSpPr>
        <p:spPr>
          <a:xfrm>
            <a:off x="457200" y="1577340"/>
            <a:ext cx="397764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4709160" y="1577340"/>
            <a:ext cx="3977640" cy="452628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defRPr sz="1200" b="0" i="0">
                <a:solidFill>
                  <a:srgbClr val="878787"/>
                </a:solidFill>
                <a:latin typeface="Calibri"/>
                <a:cs typeface="Calibri"/>
              </a:defRPr>
            </a:lvl1pPr>
          </a:lstStyle>
          <a:p>
            <a:pPr marL="12700">
              <a:lnSpc>
                <a:spcPts val="1240"/>
              </a:lnSpc>
            </a:pPr>
            <a:r>
              <a:rPr spc="-5" dirty="0"/>
              <a:t>BATCH</a:t>
            </a:r>
            <a:r>
              <a:rPr spc="-70" dirty="0"/>
              <a:t> </a:t>
            </a:r>
            <a:r>
              <a:rPr spc="-5" dirty="0"/>
              <a:t>NO:</a:t>
            </a:r>
          </a:p>
        </p:txBody>
      </p:sp>
      <p:sp>
        <p:nvSpPr>
          <p:cNvPr id="6" name="Holder 6"/>
          <p:cNvSpPr>
            <a:spLocks noGrp="1"/>
          </p:cNvSpPr>
          <p:nvPr>
            <p:ph type="dt" sz="half" idx="6"/>
          </p:nvPr>
        </p:nvSpPr>
        <p:spPr/>
        <p:txBody>
          <a:bodyPr lIns="0" tIns="0" rIns="0" bIns="0"/>
          <a:lstStyle>
            <a:lvl1pPr>
              <a:defRPr sz="1200" b="0" i="0">
                <a:solidFill>
                  <a:srgbClr val="878787"/>
                </a:solidFill>
                <a:latin typeface="Calibri"/>
                <a:cs typeface="Calibri"/>
              </a:defRPr>
            </a:lvl1pPr>
          </a:lstStyle>
          <a:p>
            <a:pPr marL="12700">
              <a:lnSpc>
                <a:spcPts val="1240"/>
              </a:lnSpc>
            </a:pPr>
            <a:fld id="{DA90E90D-3E19-4099-B618-06C9DD9E2B8F}" type="datetime1">
              <a:rPr lang="en-US" spc="-5" smtClean="0"/>
              <a:pPr marL="12700">
                <a:lnSpc>
                  <a:spcPts val="1240"/>
                </a:lnSpc>
              </a:pPr>
              <a:t>06-May-23</a:t>
            </a:fld>
            <a:endParaRPr spc="-5" dirty="0"/>
          </a:p>
        </p:txBody>
      </p:sp>
      <p:sp>
        <p:nvSpPr>
          <p:cNvPr id="7" name="Holder 7"/>
          <p:cNvSpPr>
            <a:spLocks noGrp="1"/>
          </p:cNvSpPr>
          <p:nvPr>
            <p:ph type="sldNum" sz="quarter" idx="7"/>
          </p:nvPr>
        </p:nvSpPr>
        <p:spPr/>
        <p:txBody>
          <a:bodyPr lIns="0" tIns="0" rIns="0" bIns="0"/>
          <a:lstStyle>
            <a:lvl1pPr>
              <a:defRPr sz="1200" b="0" i="0">
                <a:solidFill>
                  <a:srgbClr val="878787"/>
                </a:solidFill>
                <a:latin typeface="Calibri"/>
                <a:cs typeface="Calibri"/>
              </a:defRPr>
            </a:lvl1pPr>
          </a:lstStyle>
          <a:p>
            <a:pPr marL="25400">
              <a:lnSpc>
                <a:spcPts val="1240"/>
              </a:lnSpc>
            </a:pPr>
            <a:fld id="{81D60167-4931-47E6-BA6A-407CBD079E47}" type="slidenum">
              <a:rPr dirty="0"/>
              <a:pPr marL="25400">
                <a:lnSpc>
                  <a:spcPts val="1240"/>
                </a:lnSpc>
              </a:pPr>
              <a:t>‹#›</a:t>
            </a:fld>
            <a:endParaRPr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6600" b="1" i="0">
                <a:solidFill>
                  <a:schemeClr val="tx1"/>
                </a:solidFill>
                <a:latin typeface="Times New Roman"/>
                <a:cs typeface="Times New Roman"/>
              </a:defRPr>
            </a:lvl1pPr>
          </a:lstStyle>
          <a:p>
            <a:endParaRPr/>
          </a:p>
        </p:txBody>
      </p:sp>
      <p:sp>
        <p:nvSpPr>
          <p:cNvPr id="3" name="Holder 3"/>
          <p:cNvSpPr>
            <a:spLocks noGrp="1"/>
          </p:cNvSpPr>
          <p:nvPr>
            <p:ph type="ftr" sz="quarter" idx="5"/>
          </p:nvPr>
        </p:nvSpPr>
        <p:spPr/>
        <p:txBody>
          <a:bodyPr lIns="0" tIns="0" rIns="0" bIns="0"/>
          <a:lstStyle>
            <a:lvl1pPr>
              <a:defRPr sz="1200" b="0" i="0">
                <a:solidFill>
                  <a:srgbClr val="878787"/>
                </a:solidFill>
                <a:latin typeface="Calibri"/>
                <a:cs typeface="Calibri"/>
              </a:defRPr>
            </a:lvl1pPr>
          </a:lstStyle>
          <a:p>
            <a:pPr marL="12700">
              <a:lnSpc>
                <a:spcPts val="1240"/>
              </a:lnSpc>
            </a:pPr>
            <a:r>
              <a:rPr spc="-5" dirty="0"/>
              <a:t>BATCH</a:t>
            </a:r>
            <a:r>
              <a:rPr spc="-70" dirty="0"/>
              <a:t> </a:t>
            </a:r>
            <a:r>
              <a:rPr spc="-5" dirty="0"/>
              <a:t>NO:</a:t>
            </a:r>
          </a:p>
        </p:txBody>
      </p:sp>
      <p:sp>
        <p:nvSpPr>
          <p:cNvPr id="4" name="Holder 4"/>
          <p:cNvSpPr>
            <a:spLocks noGrp="1"/>
          </p:cNvSpPr>
          <p:nvPr>
            <p:ph type="dt" sz="half" idx="6"/>
          </p:nvPr>
        </p:nvSpPr>
        <p:spPr/>
        <p:txBody>
          <a:bodyPr lIns="0" tIns="0" rIns="0" bIns="0"/>
          <a:lstStyle>
            <a:lvl1pPr>
              <a:defRPr sz="1200" b="0" i="0">
                <a:solidFill>
                  <a:srgbClr val="878787"/>
                </a:solidFill>
                <a:latin typeface="Calibri"/>
                <a:cs typeface="Calibri"/>
              </a:defRPr>
            </a:lvl1pPr>
          </a:lstStyle>
          <a:p>
            <a:pPr marL="12700">
              <a:lnSpc>
                <a:spcPts val="1240"/>
              </a:lnSpc>
            </a:pPr>
            <a:fld id="{89EE49AB-8AC0-4452-B5AF-F369F05D3A30}" type="datetime1">
              <a:rPr lang="en-US" spc="-5" smtClean="0"/>
              <a:pPr marL="12700">
                <a:lnSpc>
                  <a:spcPts val="1240"/>
                </a:lnSpc>
              </a:pPr>
              <a:t>06-May-23</a:t>
            </a:fld>
            <a:endParaRPr spc="-5" dirty="0"/>
          </a:p>
        </p:txBody>
      </p:sp>
      <p:sp>
        <p:nvSpPr>
          <p:cNvPr id="5" name="Holder 5"/>
          <p:cNvSpPr>
            <a:spLocks noGrp="1"/>
          </p:cNvSpPr>
          <p:nvPr>
            <p:ph type="sldNum" sz="quarter" idx="7"/>
          </p:nvPr>
        </p:nvSpPr>
        <p:spPr/>
        <p:txBody>
          <a:bodyPr lIns="0" tIns="0" rIns="0" bIns="0"/>
          <a:lstStyle>
            <a:lvl1pPr>
              <a:defRPr sz="1200" b="0" i="0">
                <a:solidFill>
                  <a:srgbClr val="878787"/>
                </a:solidFill>
                <a:latin typeface="Calibri"/>
                <a:cs typeface="Calibri"/>
              </a:defRPr>
            </a:lvl1pPr>
          </a:lstStyle>
          <a:p>
            <a:pPr marL="25400">
              <a:lnSpc>
                <a:spcPts val="1240"/>
              </a:lnSpc>
            </a:pPr>
            <a:fld id="{81D60167-4931-47E6-BA6A-407CBD079E47}" type="slidenum">
              <a:rPr dirty="0"/>
              <a:pPr marL="25400">
                <a:lnSpc>
                  <a:spcPts val="1240"/>
                </a:lnSpc>
              </a:pPr>
              <a:t>‹#›</a:t>
            </a:fld>
            <a:endParaRPr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obj" preserve="1">
  <p:cSld name="Blank">
    <p:bg>
      <p:bgPr>
        <a:solidFill>
          <a:schemeClr val="bg1"/>
        </a:solidFill>
        <a:effectLst/>
      </p:bgPr>
    </p:bg>
    <p:spTree>
      <p:nvGrpSpPr>
        <p:cNvPr id="1" name=""/>
        <p:cNvGrpSpPr/>
        <p:nvPr/>
      </p:nvGrpSpPr>
      <p:grpSpPr>
        <a:xfrm>
          <a:off x="0" y="0"/>
          <a:ext cx="0" cy="0"/>
          <a:chOff x="0" y="0"/>
          <a:chExt cx="0" cy="0"/>
        </a:xfrm>
      </p:grpSpPr>
      <p:sp>
        <p:nvSpPr>
          <p:cNvPr id="16" name="bk object 16"/>
          <p:cNvSpPr/>
          <p:nvPr/>
        </p:nvSpPr>
        <p:spPr>
          <a:xfrm>
            <a:off x="2286000" y="539495"/>
            <a:ext cx="4392166" cy="862583"/>
          </a:xfrm>
          <a:prstGeom prst="rect">
            <a:avLst/>
          </a:prstGeom>
          <a:blipFill>
            <a:blip r:embed="rId2" cstate="print"/>
            <a:stretch>
              <a:fillRect/>
            </a:stretch>
          </a:blipFill>
        </p:spPr>
        <p:txBody>
          <a:bodyPr wrap="square" lIns="0" tIns="0" rIns="0" bIns="0" rtlCol="0"/>
          <a:lstStyle/>
          <a:p>
            <a:endParaRPr/>
          </a:p>
        </p:txBody>
      </p:sp>
      <p:sp>
        <p:nvSpPr>
          <p:cNvPr id="2" name="Holder 2"/>
          <p:cNvSpPr>
            <a:spLocks noGrp="1"/>
          </p:cNvSpPr>
          <p:nvPr>
            <p:ph type="ftr" sz="quarter" idx="5"/>
          </p:nvPr>
        </p:nvSpPr>
        <p:spPr/>
        <p:txBody>
          <a:bodyPr lIns="0" tIns="0" rIns="0" bIns="0"/>
          <a:lstStyle>
            <a:lvl1pPr>
              <a:defRPr sz="1200" b="0" i="0">
                <a:solidFill>
                  <a:srgbClr val="878787"/>
                </a:solidFill>
                <a:latin typeface="Calibri"/>
                <a:cs typeface="Calibri"/>
              </a:defRPr>
            </a:lvl1pPr>
          </a:lstStyle>
          <a:p>
            <a:pPr marL="12700">
              <a:lnSpc>
                <a:spcPts val="1240"/>
              </a:lnSpc>
            </a:pPr>
            <a:r>
              <a:rPr spc="-5" dirty="0"/>
              <a:t>BATCH</a:t>
            </a:r>
            <a:r>
              <a:rPr spc="-70" dirty="0"/>
              <a:t> </a:t>
            </a:r>
            <a:r>
              <a:rPr spc="-5" dirty="0"/>
              <a:t>NO:</a:t>
            </a:r>
          </a:p>
        </p:txBody>
      </p:sp>
      <p:sp>
        <p:nvSpPr>
          <p:cNvPr id="3" name="Holder 3"/>
          <p:cNvSpPr>
            <a:spLocks noGrp="1"/>
          </p:cNvSpPr>
          <p:nvPr>
            <p:ph type="dt" sz="half" idx="6"/>
          </p:nvPr>
        </p:nvSpPr>
        <p:spPr/>
        <p:txBody>
          <a:bodyPr lIns="0" tIns="0" rIns="0" bIns="0"/>
          <a:lstStyle>
            <a:lvl1pPr>
              <a:defRPr sz="1200" b="0" i="0">
                <a:solidFill>
                  <a:srgbClr val="878787"/>
                </a:solidFill>
                <a:latin typeface="Calibri"/>
                <a:cs typeface="Calibri"/>
              </a:defRPr>
            </a:lvl1pPr>
          </a:lstStyle>
          <a:p>
            <a:pPr marL="12700">
              <a:lnSpc>
                <a:spcPts val="1240"/>
              </a:lnSpc>
            </a:pPr>
            <a:fld id="{D24F81F3-3315-4D2C-972E-96C6B1D4473B}" type="datetime1">
              <a:rPr lang="en-US" spc="-5" smtClean="0"/>
              <a:pPr marL="12700">
                <a:lnSpc>
                  <a:spcPts val="1240"/>
                </a:lnSpc>
              </a:pPr>
              <a:t>06-May-23</a:t>
            </a:fld>
            <a:endParaRPr spc="-5" dirty="0"/>
          </a:p>
        </p:txBody>
      </p:sp>
      <p:sp>
        <p:nvSpPr>
          <p:cNvPr id="4" name="Holder 4"/>
          <p:cNvSpPr>
            <a:spLocks noGrp="1"/>
          </p:cNvSpPr>
          <p:nvPr>
            <p:ph type="sldNum" sz="quarter" idx="7"/>
          </p:nvPr>
        </p:nvSpPr>
        <p:spPr/>
        <p:txBody>
          <a:bodyPr lIns="0" tIns="0" rIns="0" bIns="0"/>
          <a:lstStyle>
            <a:lvl1pPr>
              <a:defRPr sz="1200" b="0" i="0">
                <a:solidFill>
                  <a:srgbClr val="878787"/>
                </a:solidFill>
                <a:latin typeface="Calibri"/>
                <a:cs typeface="Calibri"/>
              </a:defRPr>
            </a:lvl1pPr>
          </a:lstStyle>
          <a:p>
            <a:pPr marL="25400">
              <a:lnSpc>
                <a:spcPts val="1240"/>
              </a:lnSpc>
            </a:pPr>
            <a:fld id="{81D60167-4931-47E6-BA6A-407CBD079E47}" type="slidenum">
              <a:rPr dirty="0"/>
              <a:pPr marL="25400">
                <a:lnSpc>
                  <a:spcPts val="1240"/>
                </a:lnSpc>
              </a:pPr>
              <a:t>‹#›</a:t>
            </a:fld>
            <a:endParaRPr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older 2"/>
          <p:cNvSpPr>
            <a:spLocks noGrp="1"/>
          </p:cNvSpPr>
          <p:nvPr>
            <p:ph type="title"/>
          </p:nvPr>
        </p:nvSpPr>
        <p:spPr>
          <a:xfrm>
            <a:off x="1860624" y="2528847"/>
            <a:ext cx="5422750" cy="1031239"/>
          </a:xfrm>
          <a:prstGeom prst="rect">
            <a:avLst/>
          </a:prstGeom>
        </p:spPr>
        <p:txBody>
          <a:bodyPr wrap="square" lIns="0" tIns="0" rIns="0" bIns="0">
            <a:spAutoFit/>
          </a:bodyPr>
          <a:lstStyle>
            <a:lvl1pPr>
              <a:defRPr sz="6600" b="1" i="0">
                <a:solidFill>
                  <a:schemeClr val="tx1"/>
                </a:solidFill>
                <a:latin typeface="Times New Roman"/>
                <a:cs typeface="Times New Roman"/>
              </a:defRPr>
            </a:lvl1pPr>
          </a:lstStyle>
          <a:p>
            <a:endParaRPr/>
          </a:p>
        </p:txBody>
      </p:sp>
      <p:sp>
        <p:nvSpPr>
          <p:cNvPr id="3" name="Holder 3"/>
          <p:cNvSpPr>
            <a:spLocks noGrp="1"/>
          </p:cNvSpPr>
          <p:nvPr>
            <p:ph type="body" idx="1"/>
          </p:nvPr>
        </p:nvSpPr>
        <p:spPr>
          <a:xfrm>
            <a:off x="351009" y="1664462"/>
            <a:ext cx="8441981" cy="2327910"/>
          </a:xfrm>
          <a:prstGeom prst="rect">
            <a:avLst/>
          </a:prstGeom>
        </p:spPr>
        <p:txBody>
          <a:bodyPr wrap="square" lIns="0" tIns="0" rIns="0" bIns="0">
            <a:spAutoFit/>
          </a:bodyPr>
          <a:lstStyle>
            <a:lvl1pPr>
              <a:defRPr b="0" i="0">
                <a:solidFill>
                  <a:schemeClr val="tx1"/>
                </a:solidFill>
              </a:defRPr>
            </a:lvl1pPr>
          </a:lstStyle>
          <a:p>
            <a:endParaRPr/>
          </a:p>
        </p:txBody>
      </p:sp>
      <p:sp>
        <p:nvSpPr>
          <p:cNvPr id="4" name="Holder 4"/>
          <p:cNvSpPr>
            <a:spLocks noGrp="1"/>
          </p:cNvSpPr>
          <p:nvPr>
            <p:ph type="ftr" sz="quarter" idx="5"/>
          </p:nvPr>
        </p:nvSpPr>
        <p:spPr>
          <a:xfrm>
            <a:off x="4128642" y="6475983"/>
            <a:ext cx="720089" cy="177800"/>
          </a:xfrm>
          <a:prstGeom prst="rect">
            <a:avLst/>
          </a:prstGeom>
        </p:spPr>
        <p:txBody>
          <a:bodyPr wrap="square" lIns="0" tIns="0" rIns="0" bIns="0">
            <a:spAutoFit/>
          </a:bodyPr>
          <a:lstStyle>
            <a:lvl1pPr>
              <a:defRPr sz="1200" b="0" i="0">
                <a:solidFill>
                  <a:srgbClr val="878787"/>
                </a:solidFill>
                <a:latin typeface="Calibri"/>
                <a:cs typeface="Calibri"/>
              </a:defRPr>
            </a:lvl1pPr>
          </a:lstStyle>
          <a:p>
            <a:pPr marL="12700">
              <a:lnSpc>
                <a:spcPts val="1240"/>
              </a:lnSpc>
            </a:pPr>
            <a:r>
              <a:rPr spc="-5" dirty="0"/>
              <a:t>BATCH</a:t>
            </a:r>
            <a:r>
              <a:rPr spc="-70" dirty="0"/>
              <a:t> </a:t>
            </a:r>
            <a:r>
              <a:rPr spc="-5" dirty="0"/>
              <a:t>NO:</a:t>
            </a:r>
          </a:p>
        </p:txBody>
      </p:sp>
      <p:sp>
        <p:nvSpPr>
          <p:cNvPr id="5" name="Holder 5"/>
          <p:cNvSpPr>
            <a:spLocks noGrp="1"/>
          </p:cNvSpPr>
          <p:nvPr>
            <p:ph type="dt" sz="half" idx="6"/>
          </p:nvPr>
        </p:nvSpPr>
        <p:spPr>
          <a:xfrm>
            <a:off x="535635" y="6475983"/>
            <a:ext cx="735965" cy="177800"/>
          </a:xfrm>
          <a:prstGeom prst="rect">
            <a:avLst/>
          </a:prstGeom>
        </p:spPr>
        <p:txBody>
          <a:bodyPr wrap="square" lIns="0" tIns="0" rIns="0" bIns="0">
            <a:spAutoFit/>
          </a:bodyPr>
          <a:lstStyle>
            <a:lvl1pPr>
              <a:defRPr sz="1200" b="0" i="0">
                <a:solidFill>
                  <a:srgbClr val="878787"/>
                </a:solidFill>
                <a:latin typeface="Calibri"/>
                <a:cs typeface="Calibri"/>
              </a:defRPr>
            </a:lvl1pPr>
          </a:lstStyle>
          <a:p>
            <a:pPr marL="12700">
              <a:lnSpc>
                <a:spcPts val="1240"/>
              </a:lnSpc>
            </a:pPr>
            <a:fld id="{EA723EAD-84B2-42F9-8388-F22D80B5654E}" type="datetime1">
              <a:rPr lang="en-US" spc="-5" smtClean="0"/>
              <a:pPr marL="12700">
                <a:lnSpc>
                  <a:spcPts val="1240"/>
                </a:lnSpc>
              </a:pPr>
              <a:t>06-May-23</a:t>
            </a:fld>
            <a:endParaRPr spc="-5" dirty="0"/>
          </a:p>
        </p:txBody>
      </p:sp>
      <p:sp>
        <p:nvSpPr>
          <p:cNvPr id="6" name="Holder 6"/>
          <p:cNvSpPr>
            <a:spLocks noGrp="1"/>
          </p:cNvSpPr>
          <p:nvPr>
            <p:ph type="sldNum" sz="quarter" idx="7"/>
          </p:nvPr>
        </p:nvSpPr>
        <p:spPr>
          <a:xfrm>
            <a:off x="8496554" y="6475983"/>
            <a:ext cx="128270" cy="177800"/>
          </a:xfrm>
          <a:prstGeom prst="rect">
            <a:avLst/>
          </a:prstGeom>
        </p:spPr>
        <p:txBody>
          <a:bodyPr wrap="square" lIns="0" tIns="0" rIns="0" bIns="0">
            <a:spAutoFit/>
          </a:bodyPr>
          <a:lstStyle>
            <a:lvl1pPr>
              <a:defRPr sz="1200" b="0" i="0">
                <a:solidFill>
                  <a:srgbClr val="878787"/>
                </a:solidFill>
                <a:latin typeface="Calibri"/>
                <a:cs typeface="Calibri"/>
              </a:defRPr>
            </a:lvl1pPr>
          </a:lstStyle>
          <a:p>
            <a:pPr marL="25400">
              <a:lnSpc>
                <a:spcPts val="1240"/>
              </a:lnSpc>
            </a:pPr>
            <a:fld id="{81D60167-4931-47E6-BA6A-407CBD079E47}" type="slidenum">
              <a:rPr dirty="0"/>
              <a:pPr marL="25400">
                <a:lnSpc>
                  <a:spcPts val="1240"/>
                </a:lnSpc>
              </a:pPr>
              <a:t>‹#›</a:t>
            </a:fld>
            <a:endParaRPr dirty="0"/>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hf hdr="0"/>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609600" y="1707896"/>
            <a:ext cx="7939024" cy="2780120"/>
          </a:xfrm>
          <a:prstGeom prst="rect">
            <a:avLst/>
          </a:prstGeom>
        </p:spPr>
        <p:txBody>
          <a:bodyPr vert="horz" wrap="square" lIns="0" tIns="8890" rIns="0" bIns="0" rtlCol="0">
            <a:spAutoFit/>
          </a:bodyPr>
          <a:lstStyle/>
          <a:p>
            <a:pPr marL="12065" marR="5080" algn="ctr">
              <a:lnSpc>
                <a:spcPct val="101600"/>
              </a:lnSpc>
              <a:spcBef>
                <a:spcPts val="70"/>
              </a:spcBef>
            </a:pPr>
            <a:r>
              <a:rPr sz="1600" b="1" spc="-25" dirty="0">
                <a:latin typeface="Times New Roman"/>
                <a:cs typeface="Times New Roman"/>
              </a:rPr>
              <a:t>DEPARTMENT </a:t>
            </a:r>
            <a:r>
              <a:rPr sz="1600" b="1" spc="-5" dirty="0">
                <a:latin typeface="Times New Roman"/>
                <a:cs typeface="Times New Roman"/>
              </a:rPr>
              <a:t>OF COMPUTER SCIENCE</a:t>
            </a:r>
            <a:r>
              <a:rPr sz="1600" b="1" spc="-125" dirty="0">
                <a:latin typeface="Times New Roman"/>
                <a:cs typeface="Times New Roman"/>
              </a:rPr>
              <a:t> </a:t>
            </a:r>
            <a:r>
              <a:rPr sz="1600" b="1" dirty="0">
                <a:latin typeface="Times New Roman"/>
                <a:cs typeface="Times New Roman"/>
              </a:rPr>
              <a:t>&amp;  </a:t>
            </a:r>
            <a:r>
              <a:rPr sz="1600" b="1" spc="-5" dirty="0">
                <a:latin typeface="Times New Roman"/>
                <a:cs typeface="Times New Roman"/>
              </a:rPr>
              <a:t>ENGINEERING </a:t>
            </a:r>
            <a:endParaRPr lang="en-IN" sz="1600" b="1" spc="-5" dirty="0">
              <a:latin typeface="Times New Roman"/>
              <a:cs typeface="Times New Roman"/>
            </a:endParaRPr>
          </a:p>
          <a:p>
            <a:pPr marL="12065" marR="5080" algn="ctr">
              <a:lnSpc>
                <a:spcPct val="101600"/>
              </a:lnSpc>
              <a:spcBef>
                <a:spcPts val="70"/>
              </a:spcBef>
            </a:pPr>
            <a:r>
              <a:rPr sz="1600" b="1" spc="-5" dirty="0">
                <a:latin typeface="Times New Roman"/>
                <a:cs typeface="Times New Roman"/>
              </a:rPr>
              <a:t>SCHOOL OF COMPUTING  </a:t>
            </a:r>
            <a:endParaRPr lang="en-IN" sz="1600" b="1" spc="-5" dirty="0">
              <a:latin typeface="Times New Roman"/>
              <a:cs typeface="Times New Roman"/>
            </a:endParaRPr>
          </a:p>
          <a:p>
            <a:pPr marL="12065" marR="5080" algn="ctr">
              <a:lnSpc>
                <a:spcPct val="101600"/>
              </a:lnSpc>
              <a:spcBef>
                <a:spcPts val="70"/>
              </a:spcBef>
            </a:pPr>
            <a:r>
              <a:rPr sz="1600" b="1" spc="-10" dirty="0">
                <a:latin typeface="Times New Roman"/>
                <a:cs typeface="Times New Roman"/>
              </a:rPr>
              <a:t>1156CS601-</a:t>
            </a:r>
            <a:r>
              <a:rPr sz="1600" b="1" spc="-5" dirty="0">
                <a:latin typeface="Times New Roman"/>
                <a:cs typeface="Times New Roman"/>
              </a:rPr>
              <a:t> MINOR</a:t>
            </a:r>
            <a:r>
              <a:rPr lang="en-IN" sz="1600" b="1" spc="-5" dirty="0">
                <a:latin typeface="Times New Roman"/>
                <a:cs typeface="Times New Roman"/>
              </a:rPr>
              <a:t> </a:t>
            </a:r>
            <a:r>
              <a:rPr sz="1600" b="1" spc="-5" dirty="0">
                <a:latin typeface="Times New Roman"/>
                <a:cs typeface="Times New Roman"/>
              </a:rPr>
              <a:t>PROJECT </a:t>
            </a:r>
            <a:endParaRPr lang="en-IN" sz="1600" b="1" spc="-5" dirty="0">
              <a:latin typeface="Times New Roman"/>
              <a:cs typeface="Times New Roman"/>
            </a:endParaRPr>
          </a:p>
          <a:p>
            <a:pPr marL="12065" marR="5080" algn="ctr">
              <a:lnSpc>
                <a:spcPct val="101600"/>
              </a:lnSpc>
              <a:spcBef>
                <a:spcPts val="70"/>
              </a:spcBef>
            </a:pPr>
            <a:r>
              <a:rPr lang="en-IN" sz="1600" b="1" spc="-5" dirty="0">
                <a:latin typeface="Times New Roman"/>
                <a:cs typeface="Times New Roman"/>
              </a:rPr>
              <a:t>WINTER</a:t>
            </a:r>
            <a:r>
              <a:rPr sz="1600" b="1" spc="-5" dirty="0">
                <a:latin typeface="Times New Roman"/>
                <a:cs typeface="Times New Roman"/>
              </a:rPr>
              <a:t> SEMESTER(</a:t>
            </a:r>
            <a:r>
              <a:rPr lang="en-IN" sz="1600" b="1" spc="-5" dirty="0">
                <a:latin typeface="Times New Roman"/>
                <a:cs typeface="Times New Roman"/>
              </a:rPr>
              <a:t>2022</a:t>
            </a:r>
            <a:r>
              <a:rPr sz="1600" b="1" spc="-5" dirty="0">
                <a:latin typeface="Times New Roman"/>
                <a:cs typeface="Times New Roman"/>
              </a:rPr>
              <a:t>-2</a:t>
            </a:r>
            <a:r>
              <a:rPr lang="en-US" sz="1600" b="1" spc="-5" dirty="0">
                <a:latin typeface="Times New Roman"/>
                <a:cs typeface="Times New Roman"/>
              </a:rPr>
              <a:t>0</a:t>
            </a:r>
            <a:r>
              <a:rPr lang="en-IN" sz="1600" b="1" spc="-5" dirty="0">
                <a:latin typeface="Times New Roman"/>
                <a:cs typeface="Times New Roman"/>
              </a:rPr>
              <a:t>23</a:t>
            </a:r>
            <a:r>
              <a:rPr sz="1600" b="1" spc="-5" dirty="0">
                <a:latin typeface="Times New Roman"/>
                <a:cs typeface="Times New Roman"/>
              </a:rPr>
              <a:t>)  </a:t>
            </a:r>
            <a:endParaRPr lang="en-IN" sz="1600" b="1" spc="-5" dirty="0">
              <a:latin typeface="Times New Roman"/>
              <a:cs typeface="Times New Roman"/>
            </a:endParaRPr>
          </a:p>
          <a:p>
            <a:pPr marL="12065" marR="5080" algn="ctr">
              <a:lnSpc>
                <a:spcPct val="101600"/>
              </a:lnSpc>
              <a:spcBef>
                <a:spcPts val="70"/>
              </a:spcBef>
            </a:pPr>
            <a:r>
              <a:rPr sz="1600" b="1" spc="-5" dirty="0">
                <a:latin typeface="Times New Roman"/>
                <a:cs typeface="Times New Roman"/>
              </a:rPr>
              <a:t>INITIAL</a:t>
            </a:r>
            <a:r>
              <a:rPr lang="en-US" sz="1600" b="1" spc="-5" dirty="0">
                <a:latin typeface="Times New Roman"/>
                <a:cs typeface="Times New Roman"/>
              </a:rPr>
              <a:t> </a:t>
            </a:r>
            <a:r>
              <a:rPr sz="1600" b="1" spc="-5" dirty="0">
                <a:latin typeface="Times New Roman"/>
                <a:cs typeface="Times New Roman"/>
              </a:rPr>
              <a:t>REVIEW</a:t>
            </a:r>
            <a:endParaRPr lang="en-US" sz="1600" b="1" spc="-5" dirty="0">
              <a:latin typeface="Times New Roman"/>
              <a:cs typeface="Times New Roman"/>
            </a:endParaRPr>
          </a:p>
          <a:p>
            <a:pPr marL="12065" marR="5080" algn="ctr">
              <a:lnSpc>
                <a:spcPct val="101600"/>
              </a:lnSpc>
              <a:spcBef>
                <a:spcPts val="70"/>
              </a:spcBef>
            </a:pPr>
            <a:endParaRPr lang="en-US" sz="1700" dirty="0">
              <a:latin typeface="Times New Roman"/>
              <a:cs typeface="Times New Roman"/>
            </a:endParaRPr>
          </a:p>
          <a:p>
            <a:pPr marL="12065" marR="5080" algn="ctr">
              <a:lnSpc>
                <a:spcPct val="101600"/>
              </a:lnSpc>
              <a:spcBef>
                <a:spcPts val="70"/>
              </a:spcBef>
            </a:pPr>
            <a:r>
              <a:rPr lang="en-US" sz="2000" b="1" dirty="0">
                <a:latin typeface="Times New Roman"/>
                <a:cs typeface="Times New Roman"/>
              </a:rPr>
              <a:t>OPTIMIZED U-NET ARCHITECTURE FOR BRAIN TUMOR SEGMENTATION</a:t>
            </a:r>
          </a:p>
          <a:p>
            <a:pPr marL="12065" marR="5080" algn="ctr">
              <a:lnSpc>
                <a:spcPct val="101600"/>
              </a:lnSpc>
              <a:spcBef>
                <a:spcPts val="70"/>
              </a:spcBef>
            </a:pPr>
            <a:endParaRPr lang="en-US" sz="1700" dirty="0">
              <a:latin typeface="Times New Roman"/>
              <a:cs typeface="Times New Roman"/>
            </a:endParaRPr>
          </a:p>
          <a:p>
            <a:pPr marL="12065" marR="5080" algn="ctr">
              <a:lnSpc>
                <a:spcPct val="101600"/>
              </a:lnSpc>
              <a:spcBef>
                <a:spcPts val="70"/>
              </a:spcBef>
            </a:pPr>
            <a:endParaRPr sz="1600" b="1" spc="-5" dirty="0">
              <a:latin typeface="Times New Roman"/>
              <a:cs typeface="Times New Roman"/>
            </a:endParaRPr>
          </a:p>
        </p:txBody>
      </p:sp>
      <p:sp>
        <p:nvSpPr>
          <p:cNvPr id="8" name="object 8"/>
          <p:cNvSpPr txBox="1">
            <a:spLocks noGrp="1"/>
          </p:cNvSpPr>
          <p:nvPr>
            <p:ph type="ftr" sz="quarter" idx="5"/>
          </p:nvPr>
        </p:nvSpPr>
        <p:spPr>
          <a:xfrm>
            <a:off x="4038600" y="6551712"/>
            <a:ext cx="900558" cy="153888"/>
          </a:xfrm>
          <a:prstGeom prst="rect">
            <a:avLst/>
          </a:prstGeom>
        </p:spPr>
        <p:txBody>
          <a:bodyPr vert="horz" wrap="square" lIns="0" tIns="0" rIns="0" bIns="0" rtlCol="0">
            <a:spAutoFit/>
          </a:bodyPr>
          <a:lstStyle/>
          <a:p>
            <a:pPr marL="12700">
              <a:lnSpc>
                <a:spcPts val="1240"/>
              </a:lnSpc>
            </a:pPr>
            <a:r>
              <a:rPr spc="-5" dirty="0"/>
              <a:t>BATCH</a:t>
            </a:r>
            <a:r>
              <a:rPr spc="-70" dirty="0"/>
              <a:t> </a:t>
            </a:r>
            <a:r>
              <a:rPr spc="-5" dirty="0"/>
              <a:t>NO:</a:t>
            </a:r>
            <a:r>
              <a:rPr lang="en-US" spc="-5" dirty="0"/>
              <a:t> 36</a:t>
            </a:r>
            <a:endParaRPr spc="-5" dirty="0"/>
          </a:p>
        </p:txBody>
      </p:sp>
      <p:sp>
        <p:nvSpPr>
          <p:cNvPr id="9" name="object 9"/>
          <p:cNvSpPr txBox="1">
            <a:spLocks noGrp="1"/>
          </p:cNvSpPr>
          <p:nvPr>
            <p:ph type="sldNum" sz="quarter" idx="7"/>
          </p:nvPr>
        </p:nvSpPr>
        <p:spPr>
          <a:prstGeom prst="rect">
            <a:avLst/>
          </a:prstGeom>
        </p:spPr>
        <p:txBody>
          <a:bodyPr vert="horz" wrap="square" lIns="0" tIns="0" rIns="0" bIns="0" rtlCol="0">
            <a:spAutoFit/>
          </a:bodyPr>
          <a:lstStyle/>
          <a:p>
            <a:pPr marL="25400">
              <a:lnSpc>
                <a:spcPts val="1240"/>
              </a:lnSpc>
            </a:pPr>
            <a:fld id="{81D60167-4931-47E6-BA6A-407CBD079E47}" type="slidenum">
              <a:rPr dirty="0"/>
              <a:pPr marL="25400">
                <a:lnSpc>
                  <a:spcPts val="1240"/>
                </a:lnSpc>
              </a:pPr>
              <a:t>1</a:t>
            </a:fld>
            <a:endParaRPr dirty="0"/>
          </a:p>
        </p:txBody>
      </p:sp>
      <p:sp>
        <p:nvSpPr>
          <p:cNvPr id="3" name="object 3"/>
          <p:cNvSpPr txBox="1"/>
          <p:nvPr/>
        </p:nvSpPr>
        <p:spPr>
          <a:xfrm>
            <a:off x="5334000" y="4495800"/>
            <a:ext cx="1381125" cy="228268"/>
          </a:xfrm>
          <a:prstGeom prst="rect">
            <a:avLst/>
          </a:prstGeom>
        </p:spPr>
        <p:txBody>
          <a:bodyPr vert="horz" wrap="square" lIns="0" tIns="12700" rIns="0" bIns="0" rtlCol="0">
            <a:spAutoFit/>
          </a:bodyPr>
          <a:lstStyle/>
          <a:p>
            <a:pPr marL="12700">
              <a:lnSpc>
                <a:spcPct val="100000"/>
              </a:lnSpc>
              <a:spcBef>
                <a:spcPts val="100"/>
              </a:spcBef>
            </a:pPr>
            <a:r>
              <a:rPr sz="1400" b="1" spc="-5" dirty="0">
                <a:latin typeface="Times New Roman"/>
                <a:cs typeface="Times New Roman"/>
              </a:rPr>
              <a:t>PRESENTED</a:t>
            </a:r>
            <a:r>
              <a:rPr sz="1400" b="1" spc="-75" dirty="0">
                <a:latin typeface="Times New Roman"/>
                <a:cs typeface="Times New Roman"/>
              </a:rPr>
              <a:t> </a:t>
            </a:r>
            <a:r>
              <a:rPr sz="1400" b="1" spc="-5" dirty="0">
                <a:latin typeface="Times New Roman"/>
                <a:cs typeface="Times New Roman"/>
              </a:rPr>
              <a:t>BY</a:t>
            </a:r>
            <a:endParaRPr sz="1400" dirty="0">
              <a:latin typeface="Times New Roman"/>
              <a:cs typeface="Times New Roman"/>
            </a:endParaRPr>
          </a:p>
        </p:txBody>
      </p:sp>
      <p:sp>
        <p:nvSpPr>
          <p:cNvPr id="4" name="object 4"/>
          <p:cNvSpPr txBox="1"/>
          <p:nvPr/>
        </p:nvSpPr>
        <p:spPr>
          <a:xfrm>
            <a:off x="5395596" y="4800600"/>
            <a:ext cx="3291204" cy="1417055"/>
          </a:xfrm>
          <a:prstGeom prst="rect">
            <a:avLst/>
          </a:prstGeom>
        </p:spPr>
        <p:txBody>
          <a:bodyPr vert="horz" wrap="square" lIns="0" tIns="46990" rIns="0" bIns="0" rtlCol="0">
            <a:spAutoFit/>
          </a:bodyPr>
          <a:lstStyle/>
          <a:p>
            <a:pPr marL="190500" indent="-177800">
              <a:lnSpc>
                <a:spcPct val="100000"/>
              </a:lnSpc>
              <a:spcBef>
                <a:spcPts val="370"/>
              </a:spcBef>
              <a:buAutoNum type="arabicPeriod"/>
              <a:tabLst>
                <a:tab pos="190500" algn="l"/>
              </a:tabLst>
            </a:pPr>
            <a:r>
              <a:rPr lang="en-US" sz="1400" b="1" spc="-5" dirty="0">
                <a:latin typeface="Times New Roman"/>
                <a:cs typeface="Times New Roman"/>
              </a:rPr>
              <a:t>LOGESHWARAN K S</a:t>
            </a:r>
            <a:r>
              <a:rPr sz="1400" b="1" spc="-5" dirty="0">
                <a:latin typeface="Times New Roman"/>
                <a:cs typeface="Times New Roman"/>
              </a:rPr>
              <a:t> </a:t>
            </a:r>
            <a:r>
              <a:rPr sz="1400" b="1" dirty="0">
                <a:latin typeface="Times New Roman"/>
                <a:cs typeface="Times New Roman"/>
              </a:rPr>
              <a:t>(VTU</a:t>
            </a:r>
            <a:r>
              <a:rPr lang="en-US" sz="1400" b="1" spc="-114" dirty="0">
                <a:latin typeface="Times New Roman"/>
                <a:cs typeface="Times New Roman"/>
              </a:rPr>
              <a:t>15366</a:t>
            </a:r>
            <a:r>
              <a:rPr sz="1400" b="1" spc="-5" dirty="0">
                <a:latin typeface="Times New Roman"/>
                <a:cs typeface="Times New Roman"/>
              </a:rPr>
              <a:t>)</a:t>
            </a:r>
            <a:r>
              <a:rPr lang="en-US" sz="1400" b="1" spc="-5" dirty="0">
                <a:latin typeface="Times New Roman"/>
                <a:cs typeface="Times New Roman"/>
              </a:rPr>
              <a:t> </a:t>
            </a:r>
            <a:r>
              <a:rPr sz="1400" b="1" spc="-5" dirty="0">
                <a:latin typeface="Times New Roman"/>
                <a:cs typeface="Times New Roman"/>
              </a:rPr>
              <a:t>(</a:t>
            </a:r>
            <a:r>
              <a:rPr lang="en-US" sz="1400" b="1" spc="-5" dirty="0">
                <a:latin typeface="Times New Roman"/>
                <a:cs typeface="Times New Roman"/>
              </a:rPr>
              <a:t>20UECS0530</a:t>
            </a:r>
            <a:r>
              <a:rPr sz="1400" b="1" spc="-5" dirty="0">
                <a:latin typeface="Times New Roman"/>
                <a:cs typeface="Times New Roman"/>
              </a:rPr>
              <a:t>)</a:t>
            </a:r>
            <a:endParaRPr sz="1400" dirty="0">
              <a:latin typeface="Times New Roman"/>
              <a:cs typeface="Times New Roman"/>
            </a:endParaRPr>
          </a:p>
          <a:p>
            <a:pPr marL="190500" indent="-177800">
              <a:lnSpc>
                <a:spcPct val="100000"/>
              </a:lnSpc>
              <a:spcBef>
                <a:spcPts val="270"/>
              </a:spcBef>
              <a:buAutoNum type="arabicPeriod"/>
              <a:tabLst>
                <a:tab pos="190500" algn="l"/>
              </a:tabLst>
            </a:pPr>
            <a:r>
              <a:rPr sz="1400" b="1" spc="-5" dirty="0">
                <a:latin typeface="Times New Roman"/>
                <a:cs typeface="Times New Roman"/>
              </a:rPr>
              <a:t>S</a:t>
            </a:r>
            <a:r>
              <a:rPr lang="en-US" sz="1400" b="1" spc="-5" dirty="0">
                <a:latin typeface="Times New Roman"/>
                <a:cs typeface="Times New Roman"/>
              </a:rPr>
              <a:t>ATWIKA B</a:t>
            </a:r>
            <a:r>
              <a:rPr sz="1400" b="1" spc="-5" dirty="0">
                <a:latin typeface="Times New Roman"/>
                <a:cs typeface="Times New Roman"/>
              </a:rPr>
              <a:t> </a:t>
            </a:r>
            <a:r>
              <a:rPr sz="1400" b="1" dirty="0">
                <a:latin typeface="Times New Roman"/>
                <a:cs typeface="Times New Roman"/>
              </a:rPr>
              <a:t>(VTU</a:t>
            </a:r>
            <a:r>
              <a:rPr lang="en-US" sz="1400" b="1" spc="-114" dirty="0">
                <a:latin typeface="Times New Roman"/>
                <a:cs typeface="Times New Roman"/>
              </a:rPr>
              <a:t>15368</a:t>
            </a:r>
            <a:r>
              <a:rPr sz="1400" b="1" spc="-5" dirty="0">
                <a:latin typeface="Times New Roman"/>
                <a:cs typeface="Times New Roman"/>
              </a:rPr>
              <a:t>)</a:t>
            </a:r>
            <a:r>
              <a:rPr lang="en-US" sz="1400" b="1" spc="-5" dirty="0">
                <a:latin typeface="Times New Roman"/>
                <a:cs typeface="Times New Roman"/>
              </a:rPr>
              <a:t>  </a:t>
            </a:r>
            <a:r>
              <a:rPr sz="1400" b="1" spc="-5" dirty="0">
                <a:latin typeface="Times New Roman"/>
                <a:cs typeface="Times New Roman"/>
              </a:rPr>
              <a:t>(</a:t>
            </a:r>
            <a:r>
              <a:rPr lang="en-US" sz="1400" b="1" spc="-5" dirty="0">
                <a:latin typeface="Times New Roman"/>
                <a:cs typeface="Times New Roman"/>
              </a:rPr>
              <a:t>20UECS0852</a:t>
            </a:r>
            <a:r>
              <a:rPr sz="1400" b="1" spc="-5" dirty="0">
                <a:latin typeface="Times New Roman"/>
                <a:cs typeface="Times New Roman"/>
              </a:rPr>
              <a:t>)</a:t>
            </a:r>
            <a:endParaRPr sz="1400" dirty="0">
              <a:latin typeface="Times New Roman"/>
              <a:cs typeface="Times New Roman"/>
            </a:endParaRPr>
          </a:p>
          <a:p>
            <a:pPr marL="190500" indent="-177800">
              <a:lnSpc>
                <a:spcPct val="100000"/>
              </a:lnSpc>
              <a:spcBef>
                <a:spcPts val="270"/>
              </a:spcBef>
              <a:buAutoNum type="arabicPeriod"/>
              <a:tabLst>
                <a:tab pos="190500" algn="l"/>
              </a:tabLst>
            </a:pPr>
            <a:r>
              <a:rPr lang="en-US" sz="1400" b="1" spc="-5" dirty="0">
                <a:latin typeface="Times New Roman"/>
                <a:cs typeface="Times New Roman"/>
              </a:rPr>
              <a:t>FAZEL KHAN P</a:t>
            </a:r>
            <a:r>
              <a:rPr sz="1400" b="1" spc="-5" dirty="0">
                <a:latin typeface="Times New Roman"/>
                <a:cs typeface="Times New Roman"/>
              </a:rPr>
              <a:t> </a:t>
            </a:r>
            <a:r>
              <a:rPr sz="1400" b="1" dirty="0">
                <a:latin typeface="Times New Roman"/>
                <a:cs typeface="Times New Roman"/>
              </a:rPr>
              <a:t>(VTU</a:t>
            </a:r>
            <a:r>
              <a:rPr lang="en-US" sz="1400" b="1" spc="-114" dirty="0">
                <a:latin typeface="Times New Roman"/>
                <a:cs typeface="Times New Roman"/>
              </a:rPr>
              <a:t>17589</a:t>
            </a:r>
            <a:r>
              <a:rPr sz="1400" b="1" spc="-5" dirty="0">
                <a:latin typeface="Times New Roman"/>
                <a:cs typeface="Times New Roman"/>
              </a:rPr>
              <a:t>)</a:t>
            </a:r>
            <a:r>
              <a:rPr lang="en-US" sz="1400" b="1" spc="-5" dirty="0">
                <a:latin typeface="Times New Roman"/>
                <a:cs typeface="Times New Roman"/>
              </a:rPr>
              <a:t> </a:t>
            </a:r>
            <a:r>
              <a:rPr sz="1400" b="1" spc="-5" dirty="0">
                <a:latin typeface="Times New Roman"/>
                <a:cs typeface="Times New Roman"/>
              </a:rPr>
              <a:t>(</a:t>
            </a:r>
            <a:r>
              <a:rPr lang="en-US" sz="1400" b="1" spc="-5" dirty="0">
                <a:latin typeface="Times New Roman"/>
                <a:cs typeface="Times New Roman"/>
              </a:rPr>
              <a:t>20UECS0729</a:t>
            </a:r>
            <a:r>
              <a:rPr sz="1400" b="1" spc="-5" dirty="0">
                <a:latin typeface="Times New Roman"/>
                <a:cs typeface="Times New Roman"/>
              </a:rPr>
              <a:t>)</a:t>
            </a:r>
            <a:endParaRPr sz="1400" dirty="0">
              <a:latin typeface="Times New Roman"/>
              <a:cs typeface="Times New Roman"/>
            </a:endParaRPr>
          </a:p>
        </p:txBody>
      </p:sp>
      <p:sp>
        <p:nvSpPr>
          <p:cNvPr id="5" name="object 5"/>
          <p:cNvSpPr txBox="1"/>
          <p:nvPr/>
        </p:nvSpPr>
        <p:spPr>
          <a:xfrm>
            <a:off x="762000" y="4495800"/>
            <a:ext cx="1436370" cy="238760"/>
          </a:xfrm>
          <a:prstGeom prst="rect">
            <a:avLst/>
          </a:prstGeom>
        </p:spPr>
        <p:txBody>
          <a:bodyPr vert="horz" wrap="square" lIns="0" tIns="12700" rIns="0" bIns="0" rtlCol="0">
            <a:spAutoFit/>
          </a:bodyPr>
          <a:lstStyle/>
          <a:p>
            <a:pPr marL="12700">
              <a:lnSpc>
                <a:spcPct val="100000"/>
              </a:lnSpc>
              <a:spcBef>
                <a:spcPts val="100"/>
              </a:spcBef>
            </a:pPr>
            <a:r>
              <a:rPr sz="1400" b="1" spc="-10" dirty="0">
                <a:latin typeface="Times New Roman"/>
                <a:cs typeface="Times New Roman"/>
              </a:rPr>
              <a:t>SUPERVISED</a:t>
            </a:r>
            <a:r>
              <a:rPr sz="1400" b="1" spc="-70" dirty="0">
                <a:latin typeface="Times New Roman"/>
                <a:cs typeface="Times New Roman"/>
              </a:rPr>
              <a:t> </a:t>
            </a:r>
            <a:r>
              <a:rPr sz="1400" b="1" spc="-5" dirty="0">
                <a:latin typeface="Times New Roman"/>
                <a:cs typeface="Times New Roman"/>
              </a:rPr>
              <a:t>BY</a:t>
            </a:r>
            <a:endParaRPr sz="1400" dirty="0">
              <a:latin typeface="Times New Roman"/>
              <a:cs typeface="Times New Roman"/>
            </a:endParaRPr>
          </a:p>
        </p:txBody>
      </p:sp>
      <p:sp>
        <p:nvSpPr>
          <p:cNvPr id="6" name="object 6"/>
          <p:cNvSpPr txBox="1"/>
          <p:nvPr/>
        </p:nvSpPr>
        <p:spPr>
          <a:xfrm>
            <a:off x="829310" y="4800600"/>
            <a:ext cx="2371090" cy="228268"/>
          </a:xfrm>
          <a:prstGeom prst="rect">
            <a:avLst/>
          </a:prstGeom>
        </p:spPr>
        <p:txBody>
          <a:bodyPr vert="horz" wrap="square" lIns="0" tIns="12700" rIns="0" bIns="0" rtlCol="0">
            <a:spAutoFit/>
          </a:bodyPr>
          <a:lstStyle/>
          <a:p>
            <a:pPr marL="12700">
              <a:lnSpc>
                <a:spcPct val="100000"/>
              </a:lnSpc>
              <a:spcBef>
                <a:spcPts val="100"/>
              </a:spcBef>
            </a:pPr>
            <a:r>
              <a:rPr sz="1400" b="1" spc="-25" dirty="0">
                <a:latin typeface="Times New Roman"/>
                <a:cs typeface="Times New Roman"/>
              </a:rPr>
              <a:t>Mr. </a:t>
            </a:r>
            <a:r>
              <a:rPr lang="en-US" sz="1400" b="1" spc="-40" dirty="0">
                <a:latin typeface="Times New Roman"/>
                <a:cs typeface="Times New Roman"/>
              </a:rPr>
              <a:t>S. SARAN RAJ</a:t>
            </a:r>
            <a:endParaRPr sz="1400" dirty="0">
              <a:latin typeface="Times New Roman"/>
              <a:cs typeface="Times New Roman"/>
            </a:endParaRPr>
          </a:p>
        </p:txBody>
      </p:sp>
      <p:sp>
        <p:nvSpPr>
          <p:cNvPr id="10" name="Date Placeholder 9">
            <a:extLst>
              <a:ext uri="{FF2B5EF4-FFF2-40B4-BE49-F238E27FC236}">
                <a16:creationId xmlns:a16="http://schemas.microsoft.com/office/drawing/2014/main" xmlns="" id="{AE92E23E-1ED9-4881-B055-7436DD4C9741}"/>
              </a:ext>
            </a:extLst>
          </p:cNvPr>
          <p:cNvSpPr>
            <a:spLocks noGrp="1"/>
          </p:cNvSpPr>
          <p:nvPr>
            <p:ph type="dt" sz="half" idx="6"/>
          </p:nvPr>
        </p:nvSpPr>
        <p:spPr/>
        <p:txBody>
          <a:bodyPr/>
          <a:lstStyle/>
          <a:p>
            <a:pPr marL="12700">
              <a:lnSpc>
                <a:spcPts val="1240"/>
              </a:lnSpc>
            </a:pPr>
            <a:fld id="{C4EC10C3-7543-45B1-B257-8C3B3E23DDE0}" type="datetime1">
              <a:rPr lang="en-US" spc="-5" smtClean="0"/>
              <a:pPr marL="12700">
                <a:lnSpc>
                  <a:spcPts val="1240"/>
                </a:lnSpc>
              </a:pPr>
              <a:t>06-May-23</a:t>
            </a:fld>
            <a:endParaRPr lang="en-US" spc="-5"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object 3"/>
          <p:cNvSpPr txBox="1">
            <a:spLocks noGrp="1"/>
          </p:cNvSpPr>
          <p:nvPr>
            <p:ph type="dt" sz="half" idx="6"/>
          </p:nvPr>
        </p:nvSpPr>
        <p:spPr>
          <a:prstGeom prst="rect">
            <a:avLst/>
          </a:prstGeom>
        </p:spPr>
        <p:txBody>
          <a:bodyPr vert="horz" wrap="square" lIns="0" tIns="0" rIns="0" bIns="0" rtlCol="0">
            <a:spAutoFit/>
          </a:bodyPr>
          <a:lstStyle/>
          <a:p>
            <a:pPr marL="12700">
              <a:lnSpc>
                <a:spcPts val="1240"/>
              </a:lnSpc>
            </a:pPr>
            <a:fld id="{2F565878-8DEF-4C04-AC09-D586033F9EB1}" type="datetime1">
              <a:rPr lang="en-US" spc="-5" smtClean="0"/>
              <a:pPr marL="12700">
                <a:lnSpc>
                  <a:spcPts val="1240"/>
                </a:lnSpc>
              </a:pPr>
              <a:t>06-May-23</a:t>
            </a:fld>
            <a:endParaRPr spc="-5" dirty="0"/>
          </a:p>
        </p:txBody>
      </p:sp>
      <p:sp>
        <p:nvSpPr>
          <p:cNvPr id="5" name="object 5"/>
          <p:cNvSpPr txBox="1">
            <a:spLocks noGrp="1"/>
          </p:cNvSpPr>
          <p:nvPr>
            <p:ph type="sldNum" sz="quarter" idx="7"/>
          </p:nvPr>
        </p:nvSpPr>
        <p:spPr>
          <a:prstGeom prst="rect">
            <a:avLst/>
          </a:prstGeom>
        </p:spPr>
        <p:txBody>
          <a:bodyPr vert="horz" wrap="square" lIns="0" tIns="0" rIns="0" bIns="0" rtlCol="0">
            <a:spAutoFit/>
          </a:bodyPr>
          <a:lstStyle/>
          <a:p>
            <a:pPr marL="25400">
              <a:lnSpc>
                <a:spcPts val="1240"/>
              </a:lnSpc>
            </a:pPr>
            <a:fld id="{81D60167-4931-47E6-BA6A-407CBD079E47}" type="slidenum">
              <a:rPr dirty="0"/>
              <a:pPr marL="25400">
                <a:lnSpc>
                  <a:spcPts val="1240"/>
                </a:lnSpc>
              </a:pPr>
              <a:t>2</a:t>
            </a:fld>
            <a:endParaRPr dirty="0"/>
          </a:p>
        </p:txBody>
      </p:sp>
      <p:sp>
        <p:nvSpPr>
          <p:cNvPr id="2" name="object 2"/>
          <p:cNvSpPr txBox="1">
            <a:spLocks noGrp="1"/>
          </p:cNvSpPr>
          <p:nvPr>
            <p:ph type="title"/>
          </p:nvPr>
        </p:nvSpPr>
        <p:spPr>
          <a:xfrm>
            <a:off x="376555" y="523240"/>
            <a:ext cx="4881245" cy="391160"/>
          </a:xfrm>
          <a:prstGeom prst="rect">
            <a:avLst/>
          </a:prstGeom>
        </p:spPr>
        <p:txBody>
          <a:bodyPr vert="horz" wrap="square" lIns="0" tIns="12700" rIns="0" bIns="0" rtlCol="0">
            <a:spAutoFit/>
          </a:bodyPr>
          <a:lstStyle/>
          <a:p>
            <a:pPr marL="12700">
              <a:lnSpc>
                <a:spcPct val="100000"/>
              </a:lnSpc>
              <a:spcBef>
                <a:spcPts val="100"/>
              </a:spcBef>
            </a:pPr>
            <a:r>
              <a:rPr sz="2400" spc="-5" dirty="0"/>
              <a:t>PROJECT TITLE</a:t>
            </a:r>
            <a:r>
              <a:rPr sz="2400" spc="-120" dirty="0"/>
              <a:t> </a:t>
            </a:r>
            <a:r>
              <a:rPr sz="2400" spc="-20" dirty="0"/>
              <a:t>JUSTIFICATION</a:t>
            </a:r>
            <a:endParaRPr sz="2400" dirty="0"/>
          </a:p>
        </p:txBody>
      </p:sp>
      <p:sp>
        <p:nvSpPr>
          <p:cNvPr id="6" name="object 8"/>
          <p:cNvSpPr txBox="1">
            <a:spLocks noGrp="1"/>
          </p:cNvSpPr>
          <p:nvPr>
            <p:ph type="ftr" sz="quarter" idx="5"/>
          </p:nvPr>
        </p:nvSpPr>
        <p:spPr>
          <a:xfrm>
            <a:off x="4038600" y="6551712"/>
            <a:ext cx="900558" cy="153888"/>
          </a:xfrm>
          <a:prstGeom prst="rect">
            <a:avLst/>
          </a:prstGeom>
        </p:spPr>
        <p:txBody>
          <a:bodyPr vert="horz" wrap="square" lIns="0" tIns="0" rIns="0" bIns="0" rtlCol="0">
            <a:spAutoFit/>
          </a:bodyPr>
          <a:lstStyle/>
          <a:p>
            <a:pPr marL="12700">
              <a:lnSpc>
                <a:spcPts val="1240"/>
              </a:lnSpc>
            </a:pPr>
            <a:r>
              <a:rPr spc="-5" dirty="0"/>
              <a:t>BATCH</a:t>
            </a:r>
            <a:r>
              <a:rPr spc="-70" dirty="0"/>
              <a:t> </a:t>
            </a:r>
            <a:r>
              <a:rPr spc="-5" dirty="0"/>
              <a:t>NO:</a:t>
            </a:r>
            <a:r>
              <a:rPr lang="en-US" spc="-5" dirty="0"/>
              <a:t> 36</a:t>
            </a:r>
            <a:endParaRPr spc="-5" dirty="0"/>
          </a:p>
        </p:txBody>
      </p:sp>
      <p:sp>
        <p:nvSpPr>
          <p:cNvPr id="7" name="TextBox 6"/>
          <p:cNvSpPr txBox="1"/>
          <p:nvPr/>
        </p:nvSpPr>
        <p:spPr>
          <a:xfrm>
            <a:off x="381000" y="1315283"/>
            <a:ext cx="8458200" cy="4247317"/>
          </a:xfrm>
          <a:prstGeom prst="rect">
            <a:avLst/>
          </a:prstGeom>
          <a:noFill/>
        </p:spPr>
        <p:txBody>
          <a:bodyPr wrap="square" rtlCol="0">
            <a:spAutoFit/>
          </a:bodyPr>
          <a:lstStyle/>
          <a:p>
            <a:pPr algn="just">
              <a:lnSpc>
                <a:spcPct val="150000"/>
              </a:lnSpc>
            </a:pPr>
            <a:r>
              <a:rPr lang="en-US" dirty="0">
                <a:latin typeface="Times New Roman" pitchFamily="18" charset="0"/>
                <a:cs typeface="Times New Roman" pitchFamily="18" charset="0"/>
              </a:rPr>
              <a:t>	Brain cancer is a fatal disease with little chance of survival. One of the most important tasks of neurologists and radiologists is detecting brain tumors. Brain tumors can be malignant (cancerous) or benign (noncancerous) and can affect children and adults. However, whether a brain tumor is cancerous or not, it can affect how the brain works if it becomes large enough to compress surrounding tissue. By this complex and sensitive nature of the brain, a non-invasive technique, i.e. Magnetic resonance imaging (MRI) is the most common method for diagnosing brain tumors. Brain tumor segmentation using the U-Net uses more layered structure to autonomously and accurately determine the size and location of brain tumors from MRI data.</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object 3"/>
          <p:cNvSpPr txBox="1">
            <a:spLocks noGrp="1"/>
          </p:cNvSpPr>
          <p:nvPr>
            <p:ph type="dt" sz="half" idx="6"/>
          </p:nvPr>
        </p:nvSpPr>
        <p:spPr>
          <a:prstGeom prst="rect">
            <a:avLst/>
          </a:prstGeom>
        </p:spPr>
        <p:txBody>
          <a:bodyPr vert="horz" wrap="square" lIns="0" tIns="0" rIns="0" bIns="0" rtlCol="0">
            <a:spAutoFit/>
          </a:bodyPr>
          <a:lstStyle/>
          <a:p>
            <a:pPr marL="12700">
              <a:lnSpc>
                <a:spcPts val="1240"/>
              </a:lnSpc>
            </a:pPr>
            <a:fld id="{D9D0F0D0-850C-41F4-A9E3-74C6B86CBB58}" type="datetime1">
              <a:rPr lang="en-US" spc="-5" smtClean="0"/>
              <a:pPr marL="12700">
                <a:lnSpc>
                  <a:spcPts val="1240"/>
                </a:lnSpc>
              </a:pPr>
              <a:t>06-May-23</a:t>
            </a:fld>
            <a:endParaRPr spc="-5" dirty="0"/>
          </a:p>
        </p:txBody>
      </p:sp>
      <p:sp>
        <p:nvSpPr>
          <p:cNvPr id="5" name="object 5"/>
          <p:cNvSpPr txBox="1">
            <a:spLocks noGrp="1"/>
          </p:cNvSpPr>
          <p:nvPr>
            <p:ph type="sldNum" sz="quarter" idx="7"/>
          </p:nvPr>
        </p:nvSpPr>
        <p:spPr>
          <a:prstGeom prst="rect">
            <a:avLst/>
          </a:prstGeom>
        </p:spPr>
        <p:txBody>
          <a:bodyPr vert="horz" wrap="square" lIns="0" tIns="0" rIns="0" bIns="0" rtlCol="0">
            <a:spAutoFit/>
          </a:bodyPr>
          <a:lstStyle/>
          <a:p>
            <a:pPr marL="25400">
              <a:lnSpc>
                <a:spcPts val="1240"/>
              </a:lnSpc>
            </a:pPr>
            <a:fld id="{81D60167-4931-47E6-BA6A-407CBD079E47}" type="slidenum">
              <a:rPr dirty="0"/>
              <a:pPr marL="25400">
                <a:lnSpc>
                  <a:spcPts val="1240"/>
                </a:lnSpc>
              </a:pPr>
              <a:t>3</a:t>
            </a:fld>
            <a:endParaRPr dirty="0"/>
          </a:p>
        </p:txBody>
      </p:sp>
      <p:sp>
        <p:nvSpPr>
          <p:cNvPr id="2" name="object 2"/>
          <p:cNvSpPr txBox="1">
            <a:spLocks noGrp="1"/>
          </p:cNvSpPr>
          <p:nvPr>
            <p:ph type="title"/>
          </p:nvPr>
        </p:nvSpPr>
        <p:spPr>
          <a:xfrm>
            <a:off x="346710" y="523240"/>
            <a:ext cx="5901690" cy="391160"/>
          </a:xfrm>
          <a:prstGeom prst="rect">
            <a:avLst/>
          </a:prstGeom>
        </p:spPr>
        <p:txBody>
          <a:bodyPr vert="horz" wrap="square" lIns="0" tIns="12700" rIns="0" bIns="0" rtlCol="0">
            <a:spAutoFit/>
          </a:bodyPr>
          <a:lstStyle/>
          <a:p>
            <a:pPr marL="12700">
              <a:lnSpc>
                <a:spcPct val="100000"/>
              </a:lnSpc>
              <a:spcBef>
                <a:spcPts val="100"/>
              </a:spcBef>
            </a:pPr>
            <a:r>
              <a:rPr sz="2400" spc="-5" dirty="0"/>
              <a:t>OBJECTIVE </a:t>
            </a:r>
            <a:r>
              <a:rPr sz="2400" dirty="0"/>
              <a:t>&amp; </a:t>
            </a:r>
            <a:r>
              <a:rPr sz="2400" spc="-5" dirty="0"/>
              <a:t>SCOPE OF THE</a:t>
            </a:r>
            <a:r>
              <a:rPr sz="2400" spc="-215" dirty="0"/>
              <a:t> </a:t>
            </a:r>
            <a:r>
              <a:rPr sz="2400" spc="-5" dirty="0"/>
              <a:t>PROJECT</a:t>
            </a:r>
            <a:endParaRPr sz="2400" dirty="0"/>
          </a:p>
        </p:txBody>
      </p:sp>
      <p:sp>
        <p:nvSpPr>
          <p:cNvPr id="6" name="object 8"/>
          <p:cNvSpPr txBox="1">
            <a:spLocks noGrp="1"/>
          </p:cNvSpPr>
          <p:nvPr>
            <p:ph type="ftr" sz="quarter" idx="5"/>
          </p:nvPr>
        </p:nvSpPr>
        <p:spPr>
          <a:xfrm>
            <a:off x="4038600" y="6551712"/>
            <a:ext cx="900558" cy="153888"/>
          </a:xfrm>
          <a:prstGeom prst="rect">
            <a:avLst/>
          </a:prstGeom>
        </p:spPr>
        <p:txBody>
          <a:bodyPr vert="horz" wrap="square" lIns="0" tIns="0" rIns="0" bIns="0" rtlCol="0">
            <a:spAutoFit/>
          </a:bodyPr>
          <a:lstStyle/>
          <a:p>
            <a:pPr marL="12700">
              <a:lnSpc>
                <a:spcPts val="1240"/>
              </a:lnSpc>
            </a:pPr>
            <a:r>
              <a:rPr spc="-5" dirty="0"/>
              <a:t>BATCH</a:t>
            </a:r>
            <a:r>
              <a:rPr spc="-70" dirty="0"/>
              <a:t> </a:t>
            </a:r>
            <a:r>
              <a:rPr spc="-5" dirty="0"/>
              <a:t>NO:</a:t>
            </a:r>
            <a:r>
              <a:rPr lang="en-US" spc="-5" dirty="0"/>
              <a:t> 36</a:t>
            </a:r>
            <a:endParaRPr spc="-5" dirty="0"/>
          </a:p>
        </p:txBody>
      </p:sp>
      <p:sp>
        <p:nvSpPr>
          <p:cNvPr id="7" name="TextBox 6"/>
          <p:cNvSpPr txBox="1"/>
          <p:nvPr/>
        </p:nvSpPr>
        <p:spPr>
          <a:xfrm>
            <a:off x="533400" y="1371600"/>
            <a:ext cx="8077200" cy="3416320"/>
          </a:xfrm>
          <a:prstGeom prst="rect">
            <a:avLst/>
          </a:prstGeom>
          <a:noFill/>
        </p:spPr>
        <p:txBody>
          <a:bodyPr wrap="square" rtlCol="0">
            <a:spAutoFit/>
          </a:bodyPr>
          <a:lstStyle/>
          <a:p>
            <a:pPr algn="just">
              <a:lnSpc>
                <a:spcPct val="150000"/>
              </a:lnSpc>
              <a:buFont typeface="Arial" pitchFamily="34" charset="0"/>
              <a:buChar char="•"/>
            </a:pPr>
            <a:r>
              <a:rPr lang="en-US" dirty="0">
                <a:latin typeface="Times New Roman" pitchFamily="18" charset="0"/>
                <a:cs typeface="Times New Roman" pitchFamily="18" charset="0"/>
              </a:rPr>
              <a:t> </a:t>
            </a:r>
            <a:r>
              <a:rPr lang="en-US" dirty="0"/>
              <a:t>The scope of brain tumor segmentation is to accurately describe the brain tumor site.</a:t>
            </a:r>
            <a:endParaRPr lang="en-US" dirty="0">
              <a:latin typeface="Times New Roman" pitchFamily="18" charset="0"/>
              <a:cs typeface="Times New Roman" pitchFamily="18" charset="0"/>
            </a:endParaRPr>
          </a:p>
          <a:p>
            <a:pPr algn="just">
              <a:lnSpc>
                <a:spcPct val="150000"/>
              </a:lnSpc>
            </a:pPr>
            <a:endParaRPr lang="en-US" dirty="0">
              <a:latin typeface="Times New Roman" pitchFamily="18" charset="0"/>
              <a:cs typeface="Times New Roman" pitchFamily="18" charset="0"/>
            </a:endParaRPr>
          </a:p>
          <a:p>
            <a:pPr algn="just">
              <a:lnSpc>
                <a:spcPct val="150000"/>
              </a:lnSpc>
              <a:buFont typeface="Arial" pitchFamily="34" charset="0"/>
              <a:buChar char="•"/>
            </a:pPr>
            <a:r>
              <a:rPr lang="en-US" dirty="0">
                <a:latin typeface="Times New Roman" pitchFamily="18" charset="0"/>
                <a:cs typeface="Times New Roman" pitchFamily="18" charset="0"/>
              </a:rPr>
              <a:t> </a:t>
            </a:r>
            <a:r>
              <a:rPr lang="en-US" dirty="0"/>
              <a:t>The main goal of this project is to find brain tumors with high accuracy using an optimized u-net architecture.</a:t>
            </a:r>
            <a:endParaRPr lang="en-US" dirty="0">
              <a:latin typeface="Times New Roman" pitchFamily="18" charset="0"/>
              <a:cs typeface="Times New Roman" pitchFamily="18" charset="0"/>
            </a:endParaRPr>
          </a:p>
          <a:p>
            <a:pPr algn="just">
              <a:lnSpc>
                <a:spcPct val="150000"/>
              </a:lnSpc>
            </a:pPr>
            <a:endParaRPr lang="en-US" dirty="0">
              <a:latin typeface="Times New Roman" pitchFamily="18" charset="0"/>
              <a:cs typeface="Times New Roman" pitchFamily="18" charset="0"/>
            </a:endParaRPr>
          </a:p>
          <a:p>
            <a:pPr algn="just">
              <a:lnSpc>
                <a:spcPct val="150000"/>
              </a:lnSpc>
              <a:buFont typeface="Arial" pitchFamily="34" charset="0"/>
              <a:buChar char="•"/>
            </a:pPr>
            <a:r>
              <a:rPr lang="en-US" dirty="0">
                <a:latin typeface="Times New Roman" pitchFamily="18" charset="0"/>
                <a:cs typeface="Times New Roman" pitchFamily="18" charset="0"/>
              </a:rPr>
              <a:t> It can even help the people who are at the earlier stage by </a:t>
            </a:r>
            <a:r>
              <a:rPr lang="en-US" dirty="0"/>
              <a:t>detecting the location and      extension of the tumor regions. </a:t>
            </a:r>
            <a:endParaRPr lang="en-US" dirty="0">
              <a:latin typeface="Times New Roman" pitchFamily="18" charset="0"/>
              <a:cs typeface="Times New Roman" pitchFamily="18"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object 4"/>
          <p:cNvSpPr txBox="1">
            <a:spLocks noGrp="1"/>
          </p:cNvSpPr>
          <p:nvPr>
            <p:ph type="dt" sz="half" idx="6"/>
          </p:nvPr>
        </p:nvSpPr>
        <p:spPr>
          <a:prstGeom prst="rect">
            <a:avLst/>
          </a:prstGeom>
        </p:spPr>
        <p:txBody>
          <a:bodyPr vert="horz" wrap="square" lIns="0" tIns="0" rIns="0" bIns="0" rtlCol="0">
            <a:spAutoFit/>
          </a:bodyPr>
          <a:lstStyle/>
          <a:p>
            <a:pPr marL="12700">
              <a:lnSpc>
                <a:spcPts val="1240"/>
              </a:lnSpc>
            </a:pPr>
            <a:fld id="{91C4A43C-7C4F-4EF7-956F-F358244AFE34}" type="datetime1">
              <a:rPr lang="en-US" spc="-5" smtClean="0"/>
              <a:pPr marL="12700">
                <a:lnSpc>
                  <a:spcPts val="1240"/>
                </a:lnSpc>
              </a:pPr>
              <a:t>06-May-23</a:t>
            </a:fld>
            <a:endParaRPr spc="-5" dirty="0"/>
          </a:p>
        </p:txBody>
      </p:sp>
      <p:sp>
        <p:nvSpPr>
          <p:cNvPr id="6" name="object 6"/>
          <p:cNvSpPr txBox="1">
            <a:spLocks noGrp="1"/>
          </p:cNvSpPr>
          <p:nvPr>
            <p:ph type="sldNum" sz="quarter" idx="7"/>
          </p:nvPr>
        </p:nvSpPr>
        <p:spPr>
          <a:prstGeom prst="rect">
            <a:avLst/>
          </a:prstGeom>
        </p:spPr>
        <p:txBody>
          <a:bodyPr vert="horz" wrap="square" lIns="0" tIns="0" rIns="0" bIns="0" rtlCol="0">
            <a:spAutoFit/>
          </a:bodyPr>
          <a:lstStyle/>
          <a:p>
            <a:pPr marL="25400">
              <a:lnSpc>
                <a:spcPts val="1240"/>
              </a:lnSpc>
            </a:pPr>
            <a:fld id="{81D60167-4931-47E6-BA6A-407CBD079E47}" type="slidenum">
              <a:rPr dirty="0"/>
              <a:pPr marL="25400">
                <a:lnSpc>
                  <a:spcPts val="1240"/>
                </a:lnSpc>
              </a:pPr>
              <a:t>4</a:t>
            </a:fld>
            <a:endParaRPr dirty="0"/>
          </a:p>
        </p:txBody>
      </p:sp>
      <p:sp>
        <p:nvSpPr>
          <p:cNvPr id="2" name="object 2"/>
          <p:cNvSpPr txBox="1">
            <a:spLocks noGrp="1"/>
          </p:cNvSpPr>
          <p:nvPr>
            <p:ph type="title"/>
          </p:nvPr>
        </p:nvSpPr>
        <p:spPr>
          <a:xfrm>
            <a:off x="363220" y="523240"/>
            <a:ext cx="4437380" cy="391160"/>
          </a:xfrm>
          <a:prstGeom prst="rect">
            <a:avLst/>
          </a:prstGeom>
        </p:spPr>
        <p:txBody>
          <a:bodyPr vert="horz" wrap="square" lIns="0" tIns="12700" rIns="0" bIns="0" rtlCol="0">
            <a:spAutoFit/>
          </a:bodyPr>
          <a:lstStyle/>
          <a:p>
            <a:pPr marL="12700">
              <a:lnSpc>
                <a:spcPct val="100000"/>
              </a:lnSpc>
              <a:spcBef>
                <a:spcPts val="100"/>
              </a:spcBef>
            </a:pPr>
            <a:r>
              <a:rPr sz="2400" spc="-5" dirty="0"/>
              <a:t>TIME PLAN OF THE</a:t>
            </a:r>
            <a:r>
              <a:rPr sz="2400" spc="-215" dirty="0"/>
              <a:t> </a:t>
            </a:r>
            <a:r>
              <a:rPr sz="2400" spc="-5" dirty="0"/>
              <a:t>PROJECT</a:t>
            </a:r>
            <a:endParaRPr sz="2400" dirty="0"/>
          </a:p>
        </p:txBody>
      </p:sp>
      <p:graphicFrame>
        <p:nvGraphicFramePr>
          <p:cNvPr id="3" name="object 3"/>
          <p:cNvGraphicFramePr>
            <a:graphicFrameLocks noGrp="1"/>
          </p:cNvGraphicFramePr>
          <p:nvPr>
            <p:extLst>
              <p:ext uri="{D42A27DB-BD31-4B8C-83A1-F6EECF244321}">
                <p14:modId xmlns:p14="http://schemas.microsoft.com/office/powerpoint/2010/main" xmlns="" val="3469313922"/>
              </p:ext>
            </p:extLst>
          </p:nvPr>
        </p:nvGraphicFramePr>
        <p:xfrm>
          <a:off x="533400" y="2025202"/>
          <a:ext cx="7995285" cy="2318198"/>
        </p:xfrm>
        <a:graphic>
          <a:graphicData uri="http://schemas.openxmlformats.org/drawingml/2006/table">
            <a:tbl>
              <a:tblPr firstRow="1" bandRow="1">
                <a:tableStyleId>{2D5ABB26-0587-4C30-8999-92F81FD0307C}</a:tableStyleId>
              </a:tblPr>
              <a:tblGrid>
                <a:gridCol w="1998980">
                  <a:extLst>
                    <a:ext uri="{9D8B030D-6E8A-4147-A177-3AD203B41FA5}">
                      <a16:colId xmlns:a16="http://schemas.microsoft.com/office/drawing/2014/main" xmlns="" val="20000"/>
                    </a:ext>
                  </a:extLst>
                </a:gridCol>
                <a:gridCol w="1998980">
                  <a:extLst>
                    <a:ext uri="{9D8B030D-6E8A-4147-A177-3AD203B41FA5}">
                      <a16:colId xmlns:a16="http://schemas.microsoft.com/office/drawing/2014/main" xmlns="" val="20001"/>
                    </a:ext>
                  </a:extLst>
                </a:gridCol>
                <a:gridCol w="2176780">
                  <a:extLst>
                    <a:ext uri="{9D8B030D-6E8A-4147-A177-3AD203B41FA5}">
                      <a16:colId xmlns:a16="http://schemas.microsoft.com/office/drawing/2014/main" xmlns="" val="20002"/>
                    </a:ext>
                  </a:extLst>
                </a:gridCol>
                <a:gridCol w="1820545">
                  <a:extLst>
                    <a:ext uri="{9D8B030D-6E8A-4147-A177-3AD203B41FA5}">
                      <a16:colId xmlns:a16="http://schemas.microsoft.com/office/drawing/2014/main" xmlns="" val="20003"/>
                    </a:ext>
                  </a:extLst>
                </a:gridCol>
              </a:tblGrid>
              <a:tr h="487649">
                <a:tc>
                  <a:txBody>
                    <a:bodyPr/>
                    <a:lstStyle/>
                    <a:p>
                      <a:pPr marL="85090" algn="ctr">
                        <a:lnSpc>
                          <a:spcPct val="100000"/>
                        </a:lnSpc>
                        <a:spcBef>
                          <a:spcPts val="595"/>
                        </a:spcBef>
                      </a:pPr>
                      <a:r>
                        <a:rPr lang="en-US" sz="2000" b="1" spc="-5" dirty="0">
                          <a:latin typeface="Times New Roman"/>
                          <a:cs typeface="Times New Roman"/>
                        </a:rPr>
                        <a:t>JANUARY</a:t>
                      </a:r>
                      <a:endParaRPr sz="2000" dirty="0">
                        <a:latin typeface="Times New Roman"/>
                        <a:cs typeface="Times New Roman"/>
                      </a:endParaRPr>
                    </a:p>
                  </a:txBody>
                  <a:tcPr marL="0" marR="0" marT="75565" marB="0">
                    <a:lnL w="9525">
                      <a:solidFill>
                        <a:srgbClr val="9E9E9E"/>
                      </a:solidFill>
                      <a:prstDash val="solid"/>
                    </a:lnL>
                    <a:lnR w="9525">
                      <a:solidFill>
                        <a:srgbClr val="9E9E9E"/>
                      </a:solidFill>
                      <a:prstDash val="solid"/>
                    </a:lnR>
                    <a:lnT w="9525">
                      <a:solidFill>
                        <a:srgbClr val="9E9E9E"/>
                      </a:solidFill>
                      <a:prstDash val="solid"/>
                    </a:lnT>
                    <a:lnB w="9525">
                      <a:solidFill>
                        <a:srgbClr val="9E9E9E"/>
                      </a:solidFill>
                      <a:prstDash val="solid"/>
                    </a:lnB>
                    <a:solidFill>
                      <a:srgbClr val="00FFFF"/>
                    </a:solidFill>
                  </a:tcPr>
                </a:tc>
                <a:tc>
                  <a:txBody>
                    <a:bodyPr/>
                    <a:lstStyle/>
                    <a:p>
                      <a:pPr marL="85725" algn="ctr">
                        <a:lnSpc>
                          <a:spcPct val="100000"/>
                        </a:lnSpc>
                        <a:spcBef>
                          <a:spcPts val="595"/>
                        </a:spcBef>
                      </a:pPr>
                      <a:r>
                        <a:rPr lang="en-US" sz="2000" b="1" dirty="0">
                          <a:latin typeface="Times New Roman"/>
                          <a:cs typeface="Times New Roman"/>
                        </a:rPr>
                        <a:t>FEBRUARY</a:t>
                      </a:r>
                      <a:endParaRPr sz="2000" b="1" dirty="0">
                        <a:latin typeface="Times New Roman"/>
                        <a:cs typeface="Times New Roman"/>
                      </a:endParaRPr>
                    </a:p>
                  </a:txBody>
                  <a:tcPr marL="0" marR="0" marT="75565" marB="0">
                    <a:lnL w="9525">
                      <a:solidFill>
                        <a:srgbClr val="9E9E9E"/>
                      </a:solidFill>
                      <a:prstDash val="solid"/>
                    </a:lnL>
                    <a:lnR w="9525">
                      <a:solidFill>
                        <a:srgbClr val="9E9E9E"/>
                      </a:solidFill>
                      <a:prstDash val="solid"/>
                    </a:lnR>
                    <a:lnT w="9525">
                      <a:solidFill>
                        <a:srgbClr val="9E9E9E"/>
                      </a:solidFill>
                      <a:prstDash val="solid"/>
                    </a:lnT>
                    <a:lnB w="9525">
                      <a:solidFill>
                        <a:srgbClr val="9E9E9E"/>
                      </a:solidFill>
                      <a:prstDash val="solid"/>
                    </a:lnB>
                    <a:solidFill>
                      <a:srgbClr val="00FFFF"/>
                    </a:solidFill>
                  </a:tcPr>
                </a:tc>
                <a:tc>
                  <a:txBody>
                    <a:bodyPr/>
                    <a:lstStyle/>
                    <a:p>
                      <a:pPr marL="85725" algn="ctr">
                        <a:lnSpc>
                          <a:spcPct val="100000"/>
                        </a:lnSpc>
                        <a:spcBef>
                          <a:spcPts val="595"/>
                        </a:spcBef>
                      </a:pPr>
                      <a:r>
                        <a:rPr lang="en-US" sz="2000" b="1" spc="-10" dirty="0">
                          <a:latin typeface="Times New Roman"/>
                          <a:cs typeface="Times New Roman"/>
                        </a:rPr>
                        <a:t>MARCH</a:t>
                      </a:r>
                      <a:endParaRPr sz="2000" dirty="0">
                        <a:latin typeface="Times New Roman"/>
                        <a:cs typeface="Times New Roman"/>
                      </a:endParaRPr>
                    </a:p>
                  </a:txBody>
                  <a:tcPr marL="0" marR="0" marT="75565" marB="0">
                    <a:lnL w="9525">
                      <a:solidFill>
                        <a:srgbClr val="9E9E9E"/>
                      </a:solidFill>
                      <a:prstDash val="solid"/>
                    </a:lnL>
                    <a:lnR w="9525">
                      <a:solidFill>
                        <a:srgbClr val="9E9E9E"/>
                      </a:solidFill>
                      <a:prstDash val="solid"/>
                    </a:lnR>
                    <a:lnT w="9525">
                      <a:solidFill>
                        <a:srgbClr val="9E9E9E"/>
                      </a:solidFill>
                      <a:prstDash val="solid"/>
                    </a:lnT>
                    <a:lnB w="9525">
                      <a:solidFill>
                        <a:srgbClr val="9E9E9E"/>
                      </a:solidFill>
                      <a:prstDash val="solid"/>
                    </a:lnB>
                    <a:solidFill>
                      <a:srgbClr val="00FFFF"/>
                    </a:solidFill>
                  </a:tcPr>
                </a:tc>
                <a:tc>
                  <a:txBody>
                    <a:bodyPr/>
                    <a:lstStyle/>
                    <a:p>
                      <a:pPr marL="85090" algn="ctr">
                        <a:lnSpc>
                          <a:spcPct val="100000"/>
                        </a:lnSpc>
                        <a:spcBef>
                          <a:spcPts val="595"/>
                        </a:spcBef>
                      </a:pPr>
                      <a:r>
                        <a:rPr lang="en-US" sz="2000" b="1" spc="-5" dirty="0">
                          <a:latin typeface="Times New Roman"/>
                          <a:cs typeface="Times New Roman"/>
                        </a:rPr>
                        <a:t>APRIL</a:t>
                      </a:r>
                      <a:endParaRPr sz="2000" dirty="0">
                        <a:latin typeface="Times New Roman"/>
                        <a:cs typeface="Times New Roman"/>
                      </a:endParaRPr>
                    </a:p>
                  </a:txBody>
                  <a:tcPr marL="0" marR="0" marT="75565" marB="0">
                    <a:lnL w="9525">
                      <a:solidFill>
                        <a:srgbClr val="9E9E9E"/>
                      </a:solidFill>
                      <a:prstDash val="solid"/>
                    </a:lnL>
                    <a:lnR w="9525">
                      <a:solidFill>
                        <a:srgbClr val="9E9E9E"/>
                      </a:solidFill>
                      <a:prstDash val="solid"/>
                    </a:lnR>
                    <a:lnT w="9525">
                      <a:solidFill>
                        <a:srgbClr val="9E9E9E"/>
                      </a:solidFill>
                      <a:prstDash val="solid"/>
                    </a:lnT>
                    <a:lnB w="9525">
                      <a:solidFill>
                        <a:srgbClr val="9E9E9E"/>
                      </a:solidFill>
                      <a:prstDash val="solid"/>
                    </a:lnB>
                    <a:solidFill>
                      <a:srgbClr val="00FFFF"/>
                    </a:solidFill>
                  </a:tcPr>
                </a:tc>
                <a:extLst>
                  <a:ext uri="{0D108BD9-81ED-4DB2-BD59-A6C34878D82A}">
                    <a16:rowId xmlns:a16="http://schemas.microsoft.com/office/drawing/2014/main" xmlns="" val="10000"/>
                  </a:ext>
                </a:extLst>
              </a:tr>
              <a:tr h="1830549">
                <a:tc>
                  <a:txBody>
                    <a:bodyPr/>
                    <a:lstStyle/>
                    <a:p>
                      <a:pPr algn="ctr">
                        <a:lnSpc>
                          <a:spcPct val="100000"/>
                        </a:lnSpc>
                      </a:pPr>
                      <a:endParaRPr lang="en-US" sz="1800" dirty="0">
                        <a:latin typeface="Times New Roman"/>
                        <a:cs typeface="Times New Roman"/>
                      </a:endParaRPr>
                    </a:p>
                    <a:p>
                      <a:pPr algn="ctr">
                        <a:lnSpc>
                          <a:spcPct val="100000"/>
                        </a:lnSpc>
                      </a:pPr>
                      <a:endParaRPr lang="en-US" sz="1800" dirty="0">
                        <a:latin typeface="Times New Roman"/>
                        <a:cs typeface="Times New Roman"/>
                      </a:endParaRPr>
                    </a:p>
                    <a:p>
                      <a:pPr algn="ctr">
                        <a:lnSpc>
                          <a:spcPct val="100000"/>
                        </a:lnSpc>
                      </a:pPr>
                      <a:r>
                        <a:rPr lang="en-US" sz="1800" dirty="0">
                          <a:latin typeface="Times New Roman"/>
                          <a:cs typeface="Times New Roman"/>
                        </a:rPr>
                        <a:t>Title Conformation</a:t>
                      </a:r>
                    </a:p>
                    <a:p>
                      <a:pPr algn="ctr">
                        <a:lnSpc>
                          <a:spcPct val="100000"/>
                        </a:lnSpc>
                      </a:pPr>
                      <a:r>
                        <a:rPr lang="en-US" sz="1800" dirty="0">
                          <a:latin typeface="Times New Roman"/>
                          <a:cs typeface="Times New Roman"/>
                        </a:rPr>
                        <a:t>Literature</a:t>
                      </a:r>
                      <a:r>
                        <a:rPr lang="en-US" sz="1800" baseline="0" dirty="0">
                          <a:latin typeface="Times New Roman"/>
                          <a:cs typeface="Times New Roman"/>
                        </a:rPr>
                        <a:t> Survey</a:t>
                      </a:r>
                    </a:p>
                  </a:txBody>
                  <a:tcPr marL="0" marR="0" marT="0" marB="0">
                    <a:lnL w="9525">
                      <a:solidFill>
                        <a:srgbClr val="9E9E9E"/>
                      </a:solidFill>
                      <a:prstDash val="solid"/>
                    </a:lnL>
                    <a:lnR w="9525">
                      <a:solidFill>
                        <a:srgbClr val="9E9E9E"/>
                      </a:solidFill>
                      <a:prstDash val="solid"/>
                    </a:lnR>
                    <a:lnT w="9525">
                      <a:solidFill>
                        <a:srgbClr val="9E9E9E"/>
                      </a:solidFill>
                      <a:prstDash val="solid"/>
                    </a:lnT>
                    <a:lnB w="9525">
                      <a:solidFill>
                        <a:srgbClr val="9E9E9E"/>
                      </a:solidFill>
                      <a:prstDash val="solid"/>
                    </a:lnB>
                  </a:tcPr>
                </a:tc>
                <a:tc>
                  <a:txBody>
                    <a:bodyPr/>
                    <a:lstStyle/>
                    <a:p>
                      <a:pPr algn="ctr">
                        <a:lnSpc>
                          <a:spcPct val="100000"/>
                        </a:lnSpc>
                      </a:pPr>
                      <a:endParaRPr lang="en-US" sz="1800" dirty="0">
                        <a:latin typeface="Times New Roman"/>
                        <a:cs typeface="Times New Roman"/>
                      </a:endParaRPr>
                    </a:p>
                    <a:p>
                      <a:pPr algn="ctr">
                        <a:lnSpc>
                          <a:spcPct val="100000"/>
                        </a:lnSpc>
                      </a:pPr>
                      <a:endParaRPr lang="en-US" sz="1800" dirty="0">
                        <a:latin typeface="Times New Roman"/>
                        <a:cs typeface="Times New Roman"/>
                      </a:endParaRPr>
                    </a:p>
                    <a:p>
                      <a:pPr algn="ctr">
                        <a:lnSpc>
                          <a:spcPct val="100000"/>
                        </a:lnSpc>
                      </a:pPr>
                      <a:r>
                        <a:rPr lang="en-US" sz="1800" dirty="0">
                          <a:latin typeface="Times New Roman"/>
                          <a:cs typeface="Times New Roman"/>
                        </a:rPr>
                        <a:t>Dataset Collection</a:t>
                      </a:r>
                    </a:p>
                    <a:p>
                      <a:pPr algn="ctr">
                        <a:lnSpc>
                          <a:spcPct val="100000"/>
                        </a:lnSpc>
                      </a:pPr>
                      <a:r>
                        <a:rPr lang="en-US" sz="1800" dirty="0">
                          <a:latin typeface="Times New Roman"/>
                          <a:cs typeface="Times New Roman"/>
                        </a:rPr>
                        <a:t>Planning</a:t>
                      </a:r>
                      <a:r>
                        <a:rPr lang="en-US" sz="1800" baseline="0" dirty="0">
                          <a:latin typeface="Times New Roman"/>
                          <a:cs typeface="Times New Roman"/>
                        </a:rPr>
                        <a:t> </a:t>
                      </a:r>
                    </a:p>
                    <a:p>
                      <a:pPr algn="ctr">
                        <a:lnSpc>
                          <a:spcPct val="100000"/>
                        </a:lnSpc>
                      </a:pPr>
                      <a:endParaRPr sz="1800" dirty="0">
                        <a:latin typeface="Times New Roman"/>
                        <a:cs typeface="Times New Roman"/>
                      </a:endParaRPr>
                    </a:p>
                  </a:txBody>
                  <a:tcPr marL="0" marR="0" marT="0" marB="0">
                    <a:lnL w="9525">
                      <a:solidFill>
                        <a:srgbClr val="9E9E9E"/>
                      </a:solidFill>
                      <a:prstDash val="solid"/>
                    </a:lnL>
                    <a:lnR w="9525">
                      <a:solidFill>
                        <a:srgbClr val="9E9E9E"/>
                      </a:solidFill>
                      <a:prstDash val="solid"/>
                    </a:lnR>
                    <a:lnT w="9525">
                      <a:solidFill>
                        <a:srgbClr val="9E9E9E"/>
                      </a:solidFill>
                      <a:prstDash val="solid"/>
                    </a:lnT>
                    <a:lnB w="9525">
                      <a:solidFill>
                        <a:srgbClr val="9E9E9E"/>
                      </a:solidFill>
                      <a:prstDash val="solid"/>
                    </a:lnB>
                  </a:tcPr>
                </a:tc>
                <a:tc>
                  <a:txBody>
                    <a:bodyPr/>
                    <a:lstStyle/>
                    <a:p>
                      <a:pPr algn="ctr">
                        <a:lnSpc>
                          <a:spcPct val="100000"/>
                        </a:lnSpc>
                      </a:pPr>
                      <a:endParaRPr lang="en-US" sz="1800" dirty="0">
                        <a:latin typeface="Times New Roman"/>
                        <a:cs typeface="Times New Roman"/>
                      </a:endParaRPr>
                    </a:p>
                    <a:p>
                      <a:pPr algn="ctr">
                        <a:lnSpc>
                          <a:spcPct val="100000"/>
                        </a:lnSpc>
                      </a:pPr>
                      <a:endParaRPr lang="en-US" sz="1800" dirty="0">
                        <a:latin typeface="Times New Roman"/>
                        <a:cs typeface="Times New Roman"/>
                      </a:endParaRPr>
                    </a:p>
                    <a:p>
                      <a:pPr algn="ctr">
                        <a:lnSpc>
                          <a:spcPct val="100000"/>
                        </a:lnSpc>
                      </a:pPr>
                      <a:r>
                        <a:rPr lang="en-US" sz="1800" dirty="0">
                          <a:latin typeface="Times New Roman"/>
                          <a:cs typeface="Times New Roman"/>
                        </a:rPr>
                        <a:t>Implementation</a:t>
                      </a:r>
                    </a:p>
                    <a:p>
                      <a:pPr algn="ctr">
                        <a:lnSpc>
                          <a:spcPct val="100000"/>
                        </a:lnSpc>
                      </a:pPr>
                      <a:r>
                        <a:rPr lang="en-US" sz="1800" dirty="0">
                          <a:latin typeface="Times New Roman"/>
                          <a:cs typeface="Times New Roman"/>
                        </a:rPr>
                        <a:t>Testing</a:t>
                      </a:r>
                    </a:p>
                    <a:p>
                      <a:pPr algn="ctr">
                        <a:lnSpc>
                          <a:spcPct val="100000"/>
                        </a:lnSpc>
                      </a:pPr>
                      <a:endParaRPr sz="1800" dirty="0">
                        <a:latin typeface="Times New Roman"/>
                        <a:cs typeface="Times New Roman"/>
                      </a:endParaRPr>
                    </a:p>
                  </a:txBody>
                  <a:tcPr marL="0" marR="0" marT="0" marB="0">
                    <a:lnL w="9525">
                      <a:solidFill>
                        <a:srgbClr val="9E9E9E"/>
                      </a:solidFill>
                      <a:prstDash val="solid"/>
                    </a:lnL>
                    <a:lnR w="9525">
                      <a:solidFill>
                        <a:srgbClr val="9E9E9E"/>
                      </a:solidFill>
                      <a:prstDash val="solid"/>
                    </a:lnR>
                    <a:lnT w="9525">
                      <a:solidFill>
                        <a:srgbClr val="9E9E9E"/>
                      </a:solidFill>
                      <a:prstDash val="solid"/>
                    </a:lnT>
                    <a:lnB w="9525">
                      <a:solidFill>
                        <a:srgbClr val="9E9E9E"/>
                      </a:solidFill>
                      <a:prstDash val="solid"/>
                    </a:lnB>
                  </a:tcPr>
                </a:tc>
                <a:tc>
                  <a:txBody>
                    <a:bodyPr/>
                    <a:lstStyle/>
                    <a:p>
                      <a:pPr algn="ctr">
                        <a:lnSpc>
                          <a:spcPct val="100000"/>
                        </a:lnSpc>
                      </a:pPr>
                      <a:endParaRPr lang="en-US" sz="1800" dirty="0">
                        <a:latin typeface="Times New Roman"/>
                        <a:cs typeface="Times New Roman"/>
                      </a:endParaRPr>
                    </a:p>
                    <a:p>
                      <a:pPr algn="ctr">
                        <a:lnSpc>
                          <a:spcPct val="100000"/>
                        </a:lnSpc>
                      </a:pPr>
                      <a:r>
                        <a:rPr lang="en-US" sz="1800" dirty="0">
                          <a:latin typeface="Times New Roman"/>
                          <a:cs typeface="Times New Roman"/>
                        </a:rPr>
                        <a:t>Performance</a:t>
                      </a:r>
                      <a:r>
                        <a:rPr lang="en-US" sz="1800" baseline="0" dirty="0">
                          <a:latin typeface="Times New Roman"/>
                          <a:cs typeface="Times New Roman"/>
                        </a:rPr>
                        <a:t> </a:t>
                      </a:r>
                    </a:p>
                    <a:p>
                      <a:pPr algn="ctr">
                        <a:lnSpc>
                          <a:spcPct val="100000"/>
                        </a:lnSpc>
                      </a:pPr>
                      <a:r>
                        <a:rPr lang="en-US" sz="1800" baseline="0" dirty="0">
                          <a:latin typeface="Times New Roman"/>
                          <a:cs typeface="Times New Roman"/>
                        </a:rPr>
                        <a:t>Optimization</a:t>
                      </a:r>
                    </a:p>
                    <a:p>
                      <a:pPr algn="ctr">
                        <a:lnSpc>
                          <a:spcPct val="100000"/>
                        </a:lnSpc>
                      </a:pPr>
                      <a:r>
                        <a:rPr lang="en-US" sz="1800" baseline="0" dirty="0">
                          <a:latin typeface="Times New Roman"/>
                          <a:cs typeface="Times New Roman"/>
                        </a:rPr>
                        <a:t>Evaluation</a:t>
                      </a:r>
                      <a:endParaRPr sz="1800" dirty="0">
                        <a:latin typeface="Times New Roman"/>
                        <a:cs typeface="Times New Roman"/>
                      </a:endParaRPr>
                    </a:p>
                  </a:txBody>
                  <a:tcPr marL="0" marR="0" marT="0" marB="0">
                    <a:lnL w="9525">
                      <a:solidFill>
                        <a:srgbClr val="9E9E9E"/>
                      </a:solidFill>
                      <a:prstDash val="solid"/>
                    </a:lnL>
                    <a:lnR w="9525">
                      <a:solidFill>
                        <a:srgbClr val="9E9E9E"/>
                      </a:solidFill>
                      <a:prstDash val="solid"/>
                    </a:lnR>
                    <a:lnT w="9525">
                      <a:solidFill>
                        <a:srgbClr val="9E9E9E"/>
                      </a:solidFill>
                      <a:prstDash val="solid"/>
                    </a:lnT>
                    <a:lnB w="9525">
                      <a:solidFill>
                        <a:srgbClr val="9E9E9E"/>
                      </a:solidFill>
                      <a:prstDash val="solid"/>
                    </a:lnB>
                  </a:tcPr>
                </a:tc>
                <a:extLst>
                  <a:ext uri="{0D108BD9-81ED-4DB2-BD59-A6C34878D82A}">
                    <a16:rowId xmlns:a16="http://schemas.microsoft.com/office/drawing/2014/main" xmlns="" val="10001"/>
                  </a:ext>
                </a:extLst>
              </a:tr>
            </a:tbl>
          </a:graphicData>
        </a:graphic>
      </p:graphicFrame>
      <p:sp>
        <p:nvSpPr>
          <p:cNvPr id="7" name="object 8"/>
          <p:cNvSpPr txBox="1">
            <a:spLocks noGrp="1"/>
          </p:cNvSpPr>
          <p:nvPr>
            <p:ph type="ftr" sz="quarter" idx="5"/>
          </p:nvPr>
        </p:nvSpPr>
        <p:spPr>
          <a:xfrm>
            <a:off x="4038600" y="6551712"/>
            <a:ext cx="900558" cy="153888"/>
          </a:xfrm>
          <a:prstGeom prst="rect">
            <a:avLst/>
          </a:prstGeom>
        </p:spPr>
        <p:txBody>
          <a:bodyPr vert="horz" wrap="square" lIns="0" tIns="0" rIns="0" bIns="0" rtlCol="0">
            <a:spAutoFit/>
          </a:bodyPr>
          <a:lstStyle/>
          <a:p>
            <a:pPr marL="12700">
              <a:lnSpc>
                <a:spcPts val="1240"/>
              </a:lnSpc>
            </a:pPr>
            <a:r>
              <a:rPr spc="-5" dirty="0"/>
              <a:t>BATCH</a:t>
            </a:r>
            <a:r>
              <a:rPr spc="-70" dirty="0"/>
              <a:t> </a:t>
            </a:r>
            <a:r>
              <a:rPr spc="-5" dirty="0"/>
              <a:t>NO:</a:t>
            </a:r>
            <a:r>
              <a:rPr lang="en-US" spc="-5" dirty="0"/>
              <a:t> 36</a:t>
            </a:r>
            <a:endParaRPr spc="-5"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object 4"/>
          <p:cNvSpPr txBox="1">
            <a:spLocks noGrp="1"/>
          </p:cNvSpPr>
          <p:nvPr>
            <p:ph type="dt" sz="half" idx="6"/>
          </p:nvPr>
        </p:nvSpPr>
        <p:spPr>
          <a:prstGeom prst="rect">
            <a:avLst/>
          </a:prstGeom>
        </p:spPr>
        <p:txBody>
          <a:bodyPr vert="horz" wrap="square" lIns="0" tIns="0" rIns="0" bIns="0" rtlCol="0">
            <a:spAutoFit/>
          </a:bodyPr>
          <a:lstStyle/>
          <a:p>
            <a:pPr marL="12700">
              <a:lnSpc>
                <a:spcPts val="1240"/>
              </a:lnSpc>
            </a:pPr>
            <a:fld id="{C9BA0D0B-8E63-42C4-ACAD-E112FCFA465E}" type="datetime1">
              <a:rPr lang="en-US" spc="-5" smtClean="0"/>
              <a:pPr marL="12700">
                <a:lnSpc>
                  <a:spcPts val="1240"/>
                </a:lnSpc>
              </a:pPr>
              <a:t>06-May-23</a:t>
            </a:fld>
            <a:endParaRPr spc="-5" dirty="0"/>
          </a:p>
        </p:txBody>
      </p:sp>
      <p:sp>
        <p:nvSpPr>
          <p:cNvPr id="6" name="object 6"/>
          <p:cNvSpPr txBox="1">
            <a:spLocks noGrp="1"/>
          </p:cNvSpPr>
          <p:nvPr>
            <p:ph type="sldNum" sz="quarter" idx="7"/>
          </p:nvPr>
        </p:nvSpPr>
        <p:spPr>
          <a:prstGeom prst="rect">
            <a:avLst/>
          </a:prstGeom>
        </p:spPr>
        <p:txBody>
          <a:bodyPr vert="horz" wrap="square" lIns="0" tIns="0" rIns="0" bIns="0" rtlCol="0">
            <a:spAutoFit/>
          </a:bodyPr>
          <a:lstStyle/>
          <a:p>
            <a:pPr marL="25400">
              <a:lnSpc>
                <a:spcPts val="1240"/>
              </a:lnSpc>
            </a:pPr>
            <a:fld id="{81D60167-4931-47E6-BA6A-407CBD079E47}" type="slidenum">
              <a:rPr dirty="0"/>
              <a:pPr marL="25400">
                <a:lnSpc>
                  <a:spcPts val="1240"/>
                </a:lnSpc>
              </a:pPr>
              <a:t>5</a:t>
            </a:fld>
            <a:endParaRPr dirty="0"/>
          </a:p>
        </p:txBody>
      </p:sp>
      <p:sp>
        <p:nvSpPr>
          <p:cNvPr id="2" name="object 2"/>
          <p:cNvSpPr txBox="1"/>
          <p:nvPr/>
        </p:nvSpPr>
        <p:spPr>
          <a:xfrm>
            <a:off x="375920" y="523240"/>
            <a:ext cx="5567680" cy="391160"/>
          </a:xfrm>
          <a:prstGeom prst="rect">
            <a:avLst/>
          </a:prstGeom>
        </p:spPr>
        <p:txBody>
          <a:bodyPr vert="horz" wrap="square" lIns="0" tIns="12700" rIns="0" bIns="0" rtlCol="0">
            <a:spAutoFit/>
          </a:bodyPr>
          <a:lstStyle/>
          <a:p>
            <a:pPr marL="12700">
              <a:lnSpc>
                <a:spcPct val="100000"/>
              </a:lnSpc>
              <a:spcBef>
                <a:spcPts val="100"/>
              </a:spcBef>
            </a:pPr>
            <a:r>
              <a:rPr sz="2400" b="1" spc="-15" dirty="0">
                <a:latin typeface="Times New Roman"/>
                <a:cs typeface="Times New Roman"/>
              </a:rPr>
              <a:t>TOOLS </a:t>
            </a:r>
            <a:r>
              <a:rPr sz="2400" b="1" spc="-25" dirty="0">
                <a:latin typeface="Times New Roman"/>
                <a:cs typeface="Times New Roman"/>
              </a:rPr>
              <a:t>TO </a:t>
            </a:r>
            <a:r>
              <a:rPr sz="2400" b="1" spc="-5" dirty="0">
                <a:latin typeface="Times New Roman"/>
                <a:cs typeface="Times New Roman"/>
              </a:rPr>
              <a:t>BE USED IN THE</a:t>
            </a:r>
            <a:r>
              <a:rPr sz="2400" b="1" spc="-130" dirty="0">
                <a:latin typeface="Times New Roman"/>
                <a:cs typeface="Times New Roman"/>
              </a:rPr>
              <a:t> </a:t>
            </a:r>
            <a:r>
              <a:rPr sz="2400" b="1" spc="-5" dirty="0">
                <a:latin typeface="Times New Roman"/>
                <a:cs typeface="Times New Roman"/>
              </a:rPr>
              <a:t>PROJECT</a:t>
            </a:r>
            <a:endParaRPr sz="2400">
              <a:latin typeface="Times New Roman"/>
              <a:cs typeface="Times New Roman"/>
            </a:endParaRPr>
          </a:p>
        </p:txBody>
      </p:sp>
      <p:sp>
        <p:nvSpPr>
          <p:cNvPr id="3" name="object 3"/>
          <p:cNvSpPr txBox="1"/>
          <p:nvPr/>
        </p:nvSpPr>
        <p:spPr>
          <a:xfrm>
            <a:off x="669999" y="1834539"/>
            <a:ext cx="88900" cy="330200"/>
          </a:xfrm>
          <a:prstGeom prst="rect">
            <a:avLst/>
          </a:prstGeom>
        </p:spPr>
        <p:txBody>
          <a:bodyPr vert="horz" wrap="square" lIns="0" tIns="12700" rIns="0" bIns="0" rtlCol="0">
            <a:spAutoFit/>
          </a:bodyPr>
          <a:lstStyle/>
          <a:p>
            <a:pPr marL="12700">
              <a:lnSpc>
                <a:spcPct val="100000"/>
              </a:lnSpc>
              <a:spcBef>
                <a:spcPts val="100"/>
              </a:spcBef>
            </a:pPr>
            <a:r>
              <a:rPr sz="2000" dirty="0">
                <a:latin typeface="Times New Roman"/>
                <a:cs typeface="Times New Roman"/>
              </a:rPr>
              <a:t>.</a:t>
            </a:r>
            <a:endParaRPr sz="2000">
              <a:latin typeface="Times New Roman"/>
              <a:cs typeface="Times New Roman"/>
            </a:endParaRPr>
          </a:p>
        </p:txBody>
      </p:sp>
      <p:sp>
        <p:nvSpPr>
          <p:cNvPr id="7" name="object 8"/>
          <p:cNvSpPr txBox="1">
            <a:spLocks noGrp="1"/>
          </p:cNvSpPr>
          <p:nvPr>
            <p:ph type="ftr" sz="quarter" idx="5"/>
          </p:nvPr>
        </p:nvSpPr>
        <p:spPr>
          <a:xfrm>
            <a:off x="4038600" y="6551712"/>
            <a:ext cx="900558" cy="153888"/>
          </a:xfrm>
          <a:prstGeom prst="rect">
            <a:avLst/>
          </a:prstGeom>
        </p:spPr>
        <p:txBody>
          <a:bodyPr vert="horz" wrap="square" lIns="0" tIns="0" rIns="0" bIns="0" rtlCol="0">
            <a:spAutoFit/>
          </a:bodyPr>
          <a:lstStyle/>
          <a:p>
            <a:pPr marL="12700">
              <a:lnSpc>
                <a:spcPts val="1240"/>
              </a:lnSpc>
            </a:pPr>
            <a:r>
              <a:rPr spc="-5" dirty="0"/>
              <a:t>BATCH</a:t>
            </a:r>
            <a:r>
              <a:rPr spc="-70" dirty="0"/>
              <a:t> </a:t>
            </a:r>
            <a:r>
              <a:rPr spc="-5" dirty="0"/>
              <a:t>NO:</a:t>
            </a:r>
            <a:r>
              <a:rPr lang="en-US" spc="-5" dirty="0"/>
              <a:t> 36</a:t>
            </a:r>
            <a:endParaRPr spc="-5" dirty="0"/>
          </a:p>
        </p:txBody>
      </p:sp>
      <p:sp>
        <p:nvSpPr>
          <p:cNvPr id="8" name="TextBox 7"/>
          <p:cNvSpPr txBox="1"/>
          <p:nvPr/>
        </p:nvSpPr>
        <p:spPr>
          <a:xfrm>
            <a:off x="375920" y="610669"/>
            <a:ext cx="8915400" cy="2862322"/>
          </a:xfrm>
          <a:prstGeom prst="rect">
            <a:avLst/>
          </a:prstGeom>
          <a:noFill/>
        </p:spPr>
        <p:txBody>
          <a:bodyPr wrap="square" rtlCol="0">
            <a:spAutoFit/>
          </a:bodyPr>
          <a:lstStyle/>
          <a:p>
            <a:pPr algn="just">
              <a:lnSpc>
                <a:spcPct val="200000"/>
              </a:lnSpc>
            </a:pPr>
            <a:endParaRPr lang="en-US" dirty="0">
              <a:latin typeface="Times New Roman" pitchFamily="18" charset="0"/>
              <a:cs typeface="Times New Roman" pitchFamily="18" charset="0"/>
            </a:endParaRPr>
          </a:p>
          <a:p>
            <a:pPr algn="just">
              <a:lnSpc>
                <a:spcPct val="200000"/>
              </a:lnSpc>
              <a:buFont typeface="Arial" pitchFamily="34" charset="0"/>
              <a:buChar char="•"/>
            </a:pPr>
            <a:r>
              <a:rPr lang="en-US" dirty="0">
                <a:latin typeface="Times New Roman" pitchFamily="18" charset="0"/>
                <a:cs typeface="Times New Roman" pitchFamily="18" charset="0"/>
              </a:rPr>
              <a:t> </a:t>
            </a:r>
            <a:r>
              <a:rPr lang="en-US" dirty="0" smtClean="0">
                <a:latin typeface="Times New Roman" pitchFamily="18" charset="0"/>
                <a:cs typeface="Times New Roman" pitchFamily="18" charset="0"/>
              </a:rPr>
              <a:t>Kaggle </a:t>
            </a:r>
            <a:r>
              <a:rPr lang="en-US" dirty="0" smtClean="0">
                <a:latin typeface="Times New Roman" pitchFamily="18" charset="0"/>
                <a:cs typeface="Times New Roman" pitchFamily="18" charset="0"/>
              </a:rPr>
              <a:t>: </a:t>
            </a:r>
            <a:endParaRPr lang="en-US" dirty="0">
              <a:latin typeface="Times New Roman" pitchFamily="18" charset="0"/>
              <a:cs typeface="Times New Roman" pitchFamily="18" charset="0"/>
            </a:endParaRPr>
          </a:p>
          <a:p>
            <a:pPr algn="just">
              <a:lnSpc>
                <a:spcPct val="200000"/>
              </a:lnSpc>
            </a:pPr>
            <a:r>
              <a:rPr lang="en-US" dirty="0">
                <a:latin typeface="Times New Roman" pitchFamily="18" charset="0"/>
                <a:cs typeface="Times New Roman" pitchFamily="18" charset="0"/>
              </a:rPr>
              <a:t>        - For the Implementation</a:t>
            </a:r>
          </a:p>
          <a:p>
            <a:pPr algn="just">
              <a:lnSpc>
                <a:spcPct val="200000"/>
              </a:lnSpc>
              <a:buFont typeface="Arial" pitchFamily="34" charset="0"/>
              <a:buChar char="•"/>
            </a:pPr>
            <a:r>
              <a:rPr lang="en-US" dirty="0">
                <a:latin typeface="Times New Roman" pitchFamily="18" charset="0"/>
                <a:cs typeface="Times New Roman" pitchFamily="18" charset="0"/>
              </a:rPr>
              <a:t> Jupyter Notebook : </a:t>
            </a:r>
          </a:p>
          <a:p>
            <a:pPr algn="just">
              <a:lnSpc>
                <a:spcPct val="200000"/>
              </a:lnSpc>
            </a:pPr>
            <a:r>
              <a:rPr lang="en-US" dirty="0">
                <a:latin typeface="Times New Roman" pitchFamily="18" charset="0"/>
                <a:cs typeface="Times New Roman" pitchFamily="18" charset="0"/>
              </a:rPr>
              <a:t>         - For dataset conversion and implementation</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object 3"/>
          <p:cNvSpPr txBox="1">
            <a:spLocks noGrp="1"/>
          </p:cNvSpPr>
          <p:nvPr>
            <p:ph type="dt" sz="half" idx="6"/>
          </p:nvPr>
        </p:nvSpPr>
        <p:spPr>
          <a:prstGeom prst="rect">
            <a:avLst/>
          </a:prstGeom>
        </p:spPr>
        <p:txBody>
          <a:bodyPr vert="horz" wrap="square" lIns="0" tIns="0" rIns="0" bIns="0" rtlCol="0">
            <a:spAutoFit/>
          </a:bodyPr>
          <a:lstStyle/>
          <a:p>
            <a:pPr marL="12700">
              <a:lnSpc>
                <a:spcPts val="1240"/>
              </a:lnSpc>
            </a:pPr>
            <a:fld id="{6535CBDD-3573-4178-92CC-8BF20A47E8EE}" type="datetime1">
              <a:rPr lang="en-US" spc="-5" smtClean="0"/>
              <a:pPr marL="12700">
                <a:lnSpc>
                  <a:spcPts val="1240"/>
                </a:lnSpc>
              </a:pPr>
              <a:t>06-May-23</a:t>
            </a:fld>
            <a:endParaRPr spc="-5" dirty="0"/>
          </a:p>
        </p:txBody>
      </p:sp>
      <p:sp>
        <p:nvSpPr>
          <p:cNvPr id="5" name="object 5"/>
          <p:cNvSpPr txBox="1">
            <a:spLocks noGrp="1"/>
          </p:cNvSpPr>
          <p:nvPr>
            <p:ph type="sldNum" sz="quarter" idx="7"/>
          </p:nvPr>
        </p:nvSpPr>
        <p:spPr>
          <a:prstGeom prst="rect">
            <a:avLst/>
          </a:prstGeom>
        </p:spPr>
        <p:txBody>
          <a:bodyPr vert="horz" wrap="square" lIns="0" tIns="0" rIns="0" bIns="0" rtlCol="0">
            <a:spAutoFit/>
          </a:bodyPr>
          <a:lstStyle/>
          <a:p>
            <a:pPr marL="25400">
              <a:lnSpc>
                <a:spcPts val="1240"/>
              </a:lnSpc>
            </a:pPr>
            <a:fld id="{81D60167-4931-47E6-BA6A-407CBD079E47}" type="slidenum">
              <a:rPr dirty="0"/>
              <a:pPr marL="25400">
                <a:lnSpc>
                  <a:spcPts val="1240"/>
                </a:lnSpc>
              </a:pPr>
              <a:t>6</a:t>
            </a:fld>
            <a:endParaRPr dirty="0"/>
          </a:p>
        </p:txBody>
      </p:sp>
      <p:sp>
        <p:nvSpPr>
          <p:cNvPr id="2" name="object 2"/>
          <p:cNvSpPr txBox="1">
            <a:spLocks noGrp="1"/>
          </p:cNvSpPr>
          <p:nvPr>
            <p:ph type="title"/>
          </p:nvPr>
        </p:nvSpPr>
        <p:spPr>
          <a:xfrm>
            <a:off x="364490" y="523240"/>
            <a:ext cx="6417310" cy="391160"/>
          </a:xfrm>
          <a:prstGeom prst="rect">
            <a:avLst/>
          </a:prstGeom>
        </p:spPr>
        <p:txBody>
          <a:bodyPr vert="horz" wrap="square" lIns="0" tIns="12700" rIns="0" bIns="0" rtlCol="0">
            <a:spAutoFit/>
          </a:bodyPr>
          <a:lstStyle/>
          <a:p>
            <a:pPr marL="12700">
              <a:lnSpc>
                <a:spcPct val="100000"/>
              </a:lnSpc>
              <a:spcBef>
                <a:spcPts val="100"/>
              </a:spcBef>
            </a:pPr>
            <a:r>
              <a:rPr sz="2400" spc="-30" dirty="0"/>
              <a:t>SOCIETAL IMPORTANCE </a:t>
            </a:r>
            <a:r>
              <a:rPr sz="2400" spc="-5" dirty="0"/>
              <a:t>OF THE</a:t>
            </a:r>
            <a:r>
              <a:rPr sz="2400" spc="-270" dirty="0"/>
              <a:t> </a:t>
            </a:r>
            <a:r>
              <a:rPr sz="2400" spc="-5" dirty="0"/>
              <a:t>PROJECT</a:t>
            </a:r>
            <a:endParaRPr sz="2400"/>
          </a:p>
        </p:txBody>
      </p:sp>
      <p:sp>
        <p:nvSpPr>
          <p:cNvPr id="6" name="object 8"/>
          <p:cNvSpPr txBox="1">
            <a:spLocks noGrp="1"/>
          </p:cNvSpPr>
          <p:nvPr>
            <p:ph type="ftr" sz="quarter" idx="5"/>
          </p:nvPr>
        </p:nvSpPr>
        <p:spPr>
          <a:xfrm>
            <a:off x="4038600" y="6551712"/>
            <a:ext cx="900558" cy="153888"/>
          </a:xfrm>
          <a:prstGeom prst="rect">
            <a:avLst/>
          </a:prstGeom>
        </p:spPr>
        <p:txBody>
          <a:bodyPr vert="horz" wrap="square" lIns="0" tIns="0" rIns="0" bIns="0" rtlCol="0">
            <a:spAutoFit/>
          </a:bodyPr>
          <a:lstStyle/>
          <a:p>
            <a:pPr marL="12700">
              <a:lnSpc>
                <a:spcPts val="1240"/>
              </a:lnSpc>
            </a:pPr>
            <a:r>
              <a:rPr spc="-5" dirty="0"/>
              <a:t>BATCH</a:t>
            </a:r>
            <a:r>
              <a:rPr spc="-70" dirty="0"/>
              <a:t> </a:t>
            </a:r>
            <a:r>
              <a:rPr spc="-5" dirty="0"/>
              <a:t>NO:</a:t>
            </a:r>
            <a:r>
              <a:rPr lang="en-US" spc="-5" dirty="0"/>
              <a:t> 36</a:t>
            </a:r>
            <a:endParaRPr spc="-5" dirty="0"/>
          </a:p>
        </p:txBody>
      </p:sp>
      <p:sp>
        <p:nvSpPr>
          <p:cNvPr id="7" name="TextBox 6"/>
          <p:cNvSpPr txBox="1"/>
          <p:nvPr/>
        </p:nvSpPr>
        <p:spPr>
          <a:xfrm>
            <a:off x="457200" y="1425982"/>
            <a:ext cx="8001000" cy="3831818"/>
          </a:xfrm>
          <a:prstGeom prst="rect">
            <a:avLst/>
          </a:prstGeom>
          <a:noFill/>
        </p:spPr>
        <p:txBody>
          <a:bodyPr wrap="square" rtlCol="0">
            <a:spAutoFit/>
          </a:bodyPr>
          <a:lstStyle/>
          <a:p>
            <a:pPr algn="just">
              <a:lnSpc>
                <a:spcPct val="150000"/>
              </a:lnSpc>
            </a:pPr>
            <a:r>
              <a:rPr lang="en-US" dirty="0">
                <a:latin typeface="Times New Roman" pitchFamily="18" charset="0"/>
                <a:cs typeface="Times New Roman" pitchFamily="18" charset="0"/>
              </a:rPr>
              <a:t>	Segmentation of brain tumors plays an important role in medical image processing. Treatment of patients with brain tumors depends primarily on early detection of these tumors. Early detection of brain tumors will improve patients' chances of life. When diagnosing brain tumors, experts usually use manual segmentation, which is difficult and time-consuming because it requires automatic segmentation. Currently, automatic segmentation is very popular and can be a solution to the brain segmentation problem with greater performance.</a:t>
            </a:r>
            <a:br>
              <a:rPr lang="en-US" dirty="0">
                <a:latin typeface="Times New Roman" pitchFamily="18" charset="0"/>
                <a:cs typeface="Times New Roman" pitchFamily="18" charset="0"/>
              </a:rPr>
            </a:br>
            <a:r>
              <a:rPr lang="en-US" dirty="0">
                <a:latin typeface="Times New Roman" pitchFamily="18" charset="0"/>
                <a:cs typeface="Times New Roman" pitchFamily="18" charset="0"/>
              </a:rPr>
              <a:t>The purpose of this project is to review brain tumor segmentation methods based on MRI scans.</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object 3"/>
          <p:cNvSpPr txBox="1">
            <a:spLocks noGrp="1"/>
          </p:cNvSpPr>
          <p:nvPr>
            <p:ph type="dt" sz="half" idx="6"/>
          </p:nvPr>
        </p:nvSpPr>
        <p:spPr>
          <a:prstGeom prst="rect">
            <a:avLst/>
          </a:prstGeom>
        </p:spPr>
        <p:txBody>
          <a:bodyPr vert="horz" wrap="square" lIns="0" tIns="0" rIns="0" bIns="0" rtlCol="0">
            <a:spAutoFit/>
          </a:bodyPr>
          <a:lstStyle/>
          <a:p>
            <a:pPr marL="12700">
              <a:lnSpc>
                <a:spcPts val="1240"/>
              </a:lnSpc>
            </a:pPr>
            <a:fld id="{DB146837-2E41-4E74-A7AA-E97641C5DAC4}" type="datetime1">
              <a:rPr lang="en-US" spc="-5" smtClean="0"/>
              <a:pPr marL="12700">
                <a:lnSpc>
                  <a:spcPts val="1240"/>
                </a:lnSpc>
              </a:pPr>
              <a:t>06-May-23</a:t>
            </a:fld>
            <a:endParaRPr spc="-5" dirty="0"/>
          </a:p>
        </p:txBody>
      </p:sp>
      <p:sp>
        <p:nvSpPr>
          <p:cNvPr id="5" name="object 5"/>
          <p:cNvSpPr txBox="1">
            <a:spLocks noGrp="1"/>
          </p:cNvSpPr>
          <p:nvPr>
            <p:ph type="sldNum" sz="quarter" idx="7"/>
          </p:nvPr>
        </p:nvSpPr>
        <p:spPr>
          <a:prstGeom prst="rect">
            <a:avLst/>
          </a:prstGeom>
        </p:spPr>
        <p:txBody>
          <a:bodyPr vert="horz" wrap="square" lIns="0" tIns="0" rIns="0" bIns="0" rtlCol="0">
            <a:spAutoFit/>
          </a:bodyPr>
          <a:lstStyle/>
          <a:p>
            <a:pPr marL="25400">
              <a:lnSpc>
                <a:spcPts val="1240"/>
              </a:lnSpc>
            </a:pPr>
            <a:fld id="{81D60167-4931-47E6-BA6A-407CBD079E47}" type="slidenum">
              <a:rPr dirty="0"/>
              <a:pPr marL="25400">
                <a:lnSpc>
                  <a:spcPts val="1240"/>
                </a:lnSpc>
              </a:pPr>
              <a:t>7</a:t>
            </a:fld>
            <a:endParaRPr dirty="0"/>
          </a:p>
        </p:txBody>
      </p:sp>
      <p:sp>
        <p:nvSpPr>
          <p:cNvPr id="2" name="object 2"/>
          <p:cNvSpPr txBox="1">
            <a:spLocks noGrp="1"/>
          </p:cNvSpPr>
          <p:nvPr>
            <p:ph type="title"/>
          </p:nvPr>
        </p:nvSpPr>
        <p:spPr>
          <a:xfrm>
            <a:off x="1860624" y="2528847"/>
            <a:ext cx="5132070" cy="1031240"/>
          </a:xfrm>
          <a:prstGeom prst="rect">
            <a:avLst/>
          </a:prstGeom>
        </p:spPr>
        <p:txBody>
          <a:bodyPr vert="horz" wrap="square" lIns="0" tIns="12700" rIns="0" bIns="0" rtlCol="0">
            <a:spAutoFit/>
          </a:bodyPr>
          <a:lstStyle/>
          <a:p>
            <a:pPr marL="12700">
              <a:lnSpc>
                <a:spcPct val="100000"/>
              </a:lnSpc>
              <a:spcBef>
                <a:spcPts val="100"/>
              </a:spcBef>
            </a:pPr>
            <a:r>
              <a:rPr spc="-15" dirty="0"/>
              <a:t>THANK</a:t>
            </a:r>
            <a:r>
              <a:rPr spc="-340" dirty="0"/>
              <a:t> </a:t>
            </a:r>
            <a:r>
              <a:rPr spc="-5" dirty="0"/>
              <a:t>YOU</a:t>
            </a:r>
          </a:p>
        </p:txBody>
      </p:sp>
      <p:sp>
        <p:nvSpPr>
          <p:cNvPr id="6" name="object 8"/>
          <p:cNvSpPr txBox="1">
            <a:spLocks noGrp="1"/>
          </p:cNvSpPr>
          <p:nvPr>
            <p:ph type="ftr" sz="quarter" idx="5"/>
          </p:nvPr>
        </p:nvSpPr>
        <p:spPr>
          <a:xfrm>
            <a:off x="4038600" y="6551712"/>
            <a:ext cx="900558" cy="153888"/>
          </a:xfrm>
          <a:prstGeom prst="rect">
            <a:avLst/>
          </a:prstGeom>
        </p:spPr>
        <p:txBody>
          <a:bodyPr vert="horz" wrap="square" lIns="0" tIns="0" rIns="0" bIns="0" rtlCol="0">
            <a:spAutoFit/>
          </a:bodyPr>
          <a:lstStyle/>
          <a:p>
            <a:pPr marL="12700">
              <a:lnSpc>
                <a:spcPts val="1240"/>
              </a:lnSpc>
            </a:pPr>
            <a:r>
              <a:rPr spc="-5" dirty="0"/>
              <a:t>BATCH</a:t>
            </a:r>
            <a:r>
              <a:rPr spc="-70" dirty="0"/>
              <a:t> </a:t>
            </a:r>
            <a:r>
              <a:rPr spc="-5" dirty="0"/>
              <a:t>NO:</a:t>
            </a:r>
            <a:r>
              <a:rPr lang="en-US" spc="-5" dirty="0"/>
              <a:t> 36</a:t>
            </a:r>
            <a:endParaRPr spc="-5"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146</TotalTime>
  <Words>178</Words>
  <Application>Microsoft Office PowerPoint</Application>
  <PresentationFormat>On-screen Show (4:3)</PresentationFormat>
  <Paragraphs>73</Paragraphs>
  <Slides>7</Slides>
  <Notes>0</Notes>
  <HiddenSlides>0</HiddenSlides>
  <MMClips>0</MMClips>
  <ScaleCrop>false</ScaleCrop>
  <HeadingPairs>
    <vt:vector size="4" baseType="variant">
      <vt:variant>
        <vt:lpstr>Theme</vt:lpstr>
      </vt:variant>
      <vt:variant>
        <vt:i4>1</vt:i4>
      </vt:variant>
      <vt:variant>
        <vt:lpstr>Slide Titles</vt:lpstr>
      </vt:variant>
      <vt:variant>
        <vt:i4>7</vt:i4>
      </vt:variant>
    </vt:vector>
  </HeadingPairs>
  <TitlesOfParts>
    <vt:vector size="8" baseType="lpstr">
      <vt:lpstr>Office Theme</vt:lpstr>
      <vt:lpstr>Slide 1</vt:lpstr>
      <vt:lpstr>PROJECT TITLE JUSTIFICATION</vt:lpstr>
      <vt:lpstr>OBJECTIVE &amp; SCOPE OF THE PROJECT</vt:lpstr>
      <vt:lpstr>TIME PLAN OF THE PROJECT</vt:lpstr>
      <vt:lpstr>Slide 5</vt:lpstr>
      <vt:lpstr>SOCIETAL IMPORTANCE OF THE PROJECT</vt:lpstr>
      <vt:lpstr>THANK YOU</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cp:lastModifiedBy>HP</cp:lastModifiedBy>
  <cp:revision>21</cp:revision>
  <dcterms:created xsi:type="dcterms:W3CDTF">2021-02-04T08:47:24Z</dcterms:created>
  <dcterms:modified xsi:type="dcterms:W3CDTF">2023-05-06T15:23:09Z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or">
    <vt:lpwstr>Google</vt:lpwstr>
  </property>
</Properties>
</file>